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8414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2499699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13640017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56467042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942069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7314465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46875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769528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85829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7C184F-6B15-2C2B-1685-99C705941D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D478D3-3B21-6817-CCC9-CB9B3836E0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850617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71447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79866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777973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80032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14470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069992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69846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756499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815764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05262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334463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76981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3289622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126516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679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1625696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635706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313429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0089420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11751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47292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5713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099683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750554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6285245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590251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78946314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11036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82158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6251785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8048466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8432122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70425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943995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805976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34100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921820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6199795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334037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864498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04321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87300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7180197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00754944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9189588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6354287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092936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5285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426110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696401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449390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09677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98004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0258228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244226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110412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4912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13"/>
          <a:tile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38073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81949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2056067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6592267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2496727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1572661" name="Title 1"/>
          <p:cNvSpPr>
            <a:spLocks noGrp="1"/>
          </p:cNvSpPr>
          <p:nvPr>
            <p:ph type="ctrTitle"/>
          </p:nvPr>
        </p:nvSpPr>
        <p:spPr bwMode="auto">
          <a:xfrm>
            <a:off x="340178" y="251505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en-US" sz="9600" b="1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Medicine Man</a:t>
            </a:r>
            <a:endParaRPr>
              <a:solidFill>
                <a:schemeClr val="bg1"/>
              </a:solidFill>
              <a:latin typeface="Ubuntu Sans"/>
              <a:cs typeface="Ubuntu Sans"/>
            </a:endParaRPr>
          </a:p>
        </p:txBody>
      </p:sp>
      <p:sp>
        <p:nvSpPr>
          <p:cNvPr id="1604452101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5347607" y="2894466"/>
            <a:ext cx="4546178" cy="929140"/>
          </a:xfrm>
        </p:spPr>
        <p:txBody>
          <a:bodyPr/>
          <a:lstStyle/>
          <a:p>
            <a:pPr marL="0" marR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Отбор: </a:t>
            </a:r>
            <a:r>
              <a:rPr lang="en-US" sz="2800" b="1" i="0" u="none" strike="noStrike" cap="none" spc="0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Shte Vidim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334530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721177" y="251505"/>
            <a:ext cx="5755821" cy="1381352"/>
          </a:xfrm>
        </p:spPr>
        <p:txBody>
          <a:bodyPr/>
          <a:lstStyle/>
          <a:p>
            <a:pPr>
              <a:defRPr/>
            </a:pPr>
            <a:r>
              <a:rPr lang="bg-BG" sz="4800" b="1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Нашият отбор:</a:t>
            </a:r>
            <a:endParaRPr>
              <a:solidFill>
                <a:schemeClr val="bg1"/>
              </a:solidFill>
              <a:latin typeface="Ubuntu Sans"/>
              <a:cs typeface="Ubuntu Sans"/>
            </a:endParaRPr>
          </a:p>
        </p:txBody>
      </p:sp>
      <p:sp>
        <p:nvSpPr>
          <p:cNvPr id="1665018725" name=""/>
          <p:cNvSpPr txBox="1"/>
          <p:nvPr/>
        </p:nvSpPr>
        <p:spPr bwMode="auto">
          <a:xfrm rot="0" flipH="0" flipV="0">
            <a:off x="953892" y="1510392"/>
            <a:ext cx="8829813" cy="2072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71994" indent="-371994">
              <a:buFont typeface="Arial"/>
              <a:buChar char="•"/>
              <a:defRPr/>
            </a:pPr>
            <a:r>
              <a:rPr lang="bg-BG" sz="2600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Ивелина Кръстанова - капитан</a:t>
            </a:r>
            <a:r>
              <a:rPr lang="bg-BG" sz="2600">
                <a:solidFill>
                  <a:schemeClr val="bg1"/>
                </a:solidFill>
                <a:latin typeface="Ubuntu Sans"/>
                <a:cs typeface="Ubuntu Sans"/>
              </a:rPr>
              <a:t>, дизайн</a:t>
            </a:r>
            <a:r>
              <a:rPr lang="en-US" sz="2600">
                <a:solidFill>
                  <a:schemeClr val="bg1"/>
                </a:solidFill>
                <a:latin typeface="Ubuntu Sans"/>
                <a:cs typeface="Ubuntu Sans"/>
              </a:rPr>
              <a:t> </a:t>
            </a:r>
            <a:r>
              <a:rPr lang="bg-BG" sz="2600">
                <a:solidFill>
                  <a:schemeClr val="bg1"/>
                </a:solidFill>
                <a:latin typeface="Ubuntu Sans"/>
                <a:cs typeface="Ubuntu Sans"/>
              </a:rPr>
              <a:t>и </a:t>
            </a:r>
            <a:r>
              <a:rPr lang="en-US" sz="2600">
                <a:solidFill>
                  <a:schemeClr val="bg1"/>
                </a:solidFill>
                <a:latin typeface="Ubuntu Sans"/>
                <a:cs typeface="Ubuntu Sans"/>
              </a:rPr>
              <a:t>GitHub</a:t>
            </a:r>
            <a:endParaRPr sz="2600">
              <a:solidFill>
                <a:schemeClr val="bg1"/>
              </a:solidFill>
              <a:latin typeface="Ubuntu Sans"/>
              <a:ea typeface="Ubuntu Sans"/>
              <a:cs typeface="Ubuntu Sans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lang="bg-BG" sz="2600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Алексей Стойновски - събиране на информация</a:t>
            </a:r>
            <a:endParaRPr sz="2600">
              <a:solidFill>
                <a:schemeClr val="bg1"/>
              </a:solidFill>
              <a:latin typeface="Ubuntu Sans"/>
              <a:ea typeface="Ubuntu Sans"/>
              <a:cs typeface="Ubuntu Sans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lang="bg-BG" sz="2600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Виктор Ванчов - </a:t>
            </a:r>
            <a:r>
              <a:rPr lang="en-US" sz="2600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arduino</a:t>
            </a:r>
            <a:endParaRPr sz="2600">
              <a:solidFill>
                <a:schemeClr val="bg1"/>
              </a:solidFill>
              <a:latin typeface="Ubuntu Sans"/>
              <a:ea typeface="Ubuntu Sans"/>
              <a:cs typeface="Ubuntu Sans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lang="bg-BG" sz="2600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Александър Симеонов</a:t>
            </a:r>
            <a:r>
              <a:rPr lang="en-US" sz="2600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 - </a:t>
            </a:r>
            <a:r>
              <a:rPr lang="bg-BG" sz="2600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правене на сайт</a:t>
            </a:r>
            <a:endParaRPr sz="2600">
              <a:solidFill>
                <a:schemeClr val="bg1"/>
              </a:solidFill>
              <a:latin typeface="Ubuntu Sans"/>
              <a:ea typeface="Ubuntu Sans"/>
              <a:cs typeface="Ubuntu Sans"/>
            </a:endParaRPr>
          </a:p>
          <a:p>
            <a:pPr marL="371994" indent="-371994">
              <a:buFont typeface="Arial"/>
              <a:buChar char="•"/>
              <a:defRPr/>
            </a:pPr>
            <a:r>
              <a:rPr lang="bg-BG" sz="2600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Илиян Сахатчиев</a:t>
            </a:r>
            <a:r>
              <a:rPr lang="en-US" sz="2600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 - backend</a:t>
            </a:r>
            <a:endParaRPr>
              <a:solidFill>
                <a:schemeClr val="bg1"/>
              </a:solidFill>
              <a:latin typeface="Ubuntu Sans"/>
              <a:cs typeface="Ubuntu Sans"/>
            </a:endParaRPr>
          </a:p>
        </p:txBody>
      </p:sp>
      <p:sp>
        <p:nvSpPr>
          <p:cNvPr id="1439067117" name=""/>
          <p:cNvSpPr txBox="1"/>
          <p:nvPr/>
        </p:nvSpPr>
        <p:spPr bwMode="auto">
          <a:xfrm rot="0" flipH="0" flipV="0">
            <a:off x="749785" y="3966933"/>
            <a:ext cx="702135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bg-BG" sz="3600" b="1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Ментор: </a:t>
            </a:r>
            <a:r>
              <a:rPr lang="bg-BG" sz="3600" b="0">
                <a:solidFill>
                  <a:schemeClr val="bg1"/>
                </a:solidFill>
                <a:latin typeface="Ubuntu Sans"/>
                <a:ea typeface="Ubuntu Sans"/>
                <a:cs typeface="Ubuntu Sans"/>
              </a:rPr>
              <a:t>Никола Кръстанов</a:t>
            </a:r>
            <a:endParaRPr b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5327546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721176" y="251504"/>
            <a:ext cx="6886608" cy="1381351"/>
          </a:xfrm>
        </p:spPr>
        <p:txBody>
          <a:bodyPr/>
          <a:lstStyle/>
          <a:p>
            <a:pPr>
              <a:defRPr/>
            </a:pPr>
            <a:r>
              <a:rPr lang="bg-BG" b="1">
                <a:solidFill>
                  <a:schemeClr val="bg1"/>
                </a:solidFill>
                <a:latin typeface="Ubuntu Sans"/>
                <a:cs typeface="Ubuntu Sans"/>
              </a:rPr>
              <a:t>Идеята – от къде и защо?</a:t>
            </a:r>
            <a:endParaRPr b="1">
              <a:solidFill>
                <a:schemeClr val="bg1"/>
              </a:solidFill>
              <a:latin typeface="Ubuntu Sans"/>
              <a:cs typeface="Ubuntu Sans"/>
            </a:endParaRPr>
          </a:p>
        </p:txBody>
      </p:sp>
      <p:sp>
        <p:nvSpPr>
          <p:cNvPr id="440238925" name=""/>
          <p:cNvSpPr txBox="1"/>
          <p:nvPr/>
        </p:nvSpPr>
        <p:spPr bwMode="auto">
          <a:xfrm rot="0" flipH="0" flipV="0">
            <a:off x="559285" y="1442356"/>
            <a:ext cx="8367171" cy="9147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buFont typeface="Arial"/>
              <a:buChar char="•"/>
              <a:defRPr/>
            </a:pPr>
            <a:r>
              <a:rPr lang="bg-BG">
                <a:solidFill>
                  <a:schemeClr val="bg1"/>
                </a:solidFill>
              </a:rPr>
              <a:t>Проблемите на инд</a:t>
            </a:r>
            <a:r>
              <a:rPr lang="bg-BG">
                <a:solidFill>
                  <a:schemeClr val="bg1"/>
                </a:solidFill>
              </a:rPr>
              <a:t>ивиди с деменция</a:t>
            </a:r>
            <a:endParaRPr lang="bg-BG">
              <a:solidFill>
                <a:schemeClr val="bg1"/>
              </a:solidFill>
            </a:endParaRPr>
          </a:p>
          <a:p>
            <a:pPr>
              <a:defRPr/>
            </a:pPr>
            <a:r>
              <a:rPr lang="bg-BG">
                <a:solidFill>
                  <a:schemeClr val="bg1"/>
                </a:solidFill>
              </a:rPr>
              <a:t>	- Силни шумове и светлини</a:t>
            </a:r>
            <a:endParaRPr lang="bg-BG">
              <a:solidFill>
                <a:schemeClr val="bg1"/>
              </a:solidFill>
            </a:endParaRPr>
          </a:p>
          <a:p>
            <a:pPr>
              <a:defRPr/>
            </a:pPr>
            <a:r>
              <a:rPr lang="bg-BG">
                <a:solidFill>
                  <a:schemeClr val="bg1"/>
                </a:solidFill>
              </a:rPr>
              <a:t>	- Забравяне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2026-03-26T15:01:58Z</dcterms:modified>
</cp:coreProperties>
</file>