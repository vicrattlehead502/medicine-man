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6"/>
  </p:notesMasterIdLst>
  <p:sldIdLst>
    <p:sldId id="256" r:id="rId4"/>
    <p:sldId id="257" r:id="rId5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 /><Relationship Id="rId8" Type="http://schemas.openxmlformats.org/officeDocument/2006/relationships/tableStyles" Target="tableStyles.xml" /><Relationship Id="rId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5646604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80467923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890491167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313454087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2962620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9695009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33465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208242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754302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7C184F-6B15-2C2B-1685-99C705941D9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6315733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87590720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63605065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4717534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413028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261126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9150227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1494875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7891437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5775693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9132990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675625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821181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1539918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7443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75872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65809573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4445643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6277547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0764944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6906843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1771008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0072144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2813043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60198485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44296720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70844574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976104690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72489037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977508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4898388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801675128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2843000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521579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77704198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895554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7313151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85650806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8435781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419851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1934740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6428652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671158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25121448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24183883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3410825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5086929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943162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337489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33548447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9789782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8632804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2397627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550009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1372409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5042006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8271357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1050565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13"/>
          <a:tile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5912059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7959458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5786199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78000238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7270828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0601938" name="Title 1"/>
          <p:cNvSpPr>
            <a:spLocks noGrp="1"/>
          </p:cNvSpPr>
          <p:nvPr>
            <p:ph type="ctrTitle"/>
          </p:nvPr>
        </p:nvSpPr>
        <p:spPr bwMode="auto">
          <a:xfrm>
            <a:off x="340178" y="251505"/>
            <a:ext cx="9144000" cy="2387599"/>
          </a:xfrm>
        </p:spPr>
        <p:txBody>
          <a:bodyPr/>
          <a:lstStyle/>
          <a:p>
            <a:pPr>
              <a:defRPr/>
            </a:pPr>
            <a:r>
              <a:rPr lang="en-US" sz="9600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Medicine Man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1970887236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5347607" y="2894466"/>
            <a:ext cx="4546178" cy="929140"/>
          </a:xfrm>
        </p:spPr>
        <p:txBody>
          <a:bodyPr/>
          <a:lstStyle/>
          <a:p>
            <a:pPr marL="0" marR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800" b="1" i="0" u="none" strike="noStrike" cap="none" spc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Отбор: </a:t>
            </a:r>
            <a:r>
              <a:rPr lang="en-US" sz="2800" b="1" i="0" u="none" strike="noStrike" cap="none" spc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Shte Vidim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2334530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721177" y="251505"/>
            <a:ext cx="5755821" cy="1381352"/>
          </a:xfrm>
        </p:spPr>
        <p:txBody>
          <a:bodyPr/>
          <a:lstStyle/>
          <a:p>
            <a:pPr>
              <a:defRPr/>
            </a:pPr>
            <a:r>
              <a:rPr lang="bg-BG" sz="4800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Нашият отбор: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1665018725" name=""/>
          <p:cNvSpPr txBox="1"/>
          <p:nvPr/>
        </p:nvSpPr>
        <p:spPr bwMode="auto">
          <a:xfrm rot="0" flipH="0" flipV="0">
            <a:off x="953892" y="1510392"/>
            <a:ext cx="8810733" cy="20729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371994" indent="-371994">
              <a:buFont typeface="Arial"/>
              <a:buChar char="•"/>
              <a:defRPr/>
            </a:pPr>
            <a:r>
              <a:rPr lang="bg-BG" sz="26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Ивелина Кръстанова - капитан</a:t>
            </a:r>
            <a:r>
              <a:rPr lang="bg-BG" sz="2600">
                <a:solidFill>
                  <a:schemeClr val="bg1"/>
                </a:solidFill>
                <a:latin typeface="Ubuntu Sans"/>
                <a:cs typeface="Ubuntu Sans"/>
              </a:rPr>
              <a:t>, дизайн</a:t>
            </a:r>
            <a:endParaRPr sz="2600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371994" indent="-371994">
              <a:buFont typeface="Arial"/>
              <a:buChar char="•"/>
              <a:defRPr/>
            </a:pPr>
            <a:r>
              <a:rPr lang="bg-BG" sz="26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Алексей Стойновски - събиране на информация</a:t>
            </a:r>
            <a:endParaRPr sz="2600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371994" indent="-371994">
              <a:buFont typeface="Arial"/>
              <a:buChar char="•"/>
              <a:defRPr/>
            </a:pPr>
            <a:r>
              <a:rPr lang="bg-BG" sz="26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Виктор Ванчов - </a:t>
            </a:r>
            <a:r>
              <a:rPr lang="en-US" sz="26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arduino</a:t>
            </a:r>
            <a:endParaRPr sz="2600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371994" indent="-371994">
              <a:buFont typeface="Arial"/>
              <a:buChar char="•"/>
              <a:defRPr/>
            </a:pPr>
            <a:r>
              <a:rPr lang="bg-BG" sz="26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Александър Симеонов</a:t>
            </a:r>
            <a:endParaRPr sz="2600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371994" indent="-371994">
              <a:buFont typeface="Arial"/>
              <a:buChar char="•"/>
              <a:defRPr/>
            </a:pPr>
            <a:r>
              <a:rPr lang="bg-BG" sz="26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Илиян Сахатчиев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1439067117" name=""/>
          <p:cNvSpPr txBox="1"/>
          <p:nvPr/>
        </p:nvSpPr>
        <p:spPr bwMode="auto">
          <a:xfrm rot="0" flipH="0" flipV="0">
            <a:off x="749785" y="3966933"/>
            <a:ext cx="7021358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bg-BG" sz="3600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Ментор: </a:t>
            </a:r>
            <a:r>
              <a:rPr lang="bg-BG" sz="3600" b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Никола Кръстанов</a:t>
            </a:r>
            <a:endParaRPr b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ONLYOFFICE/9.3.1.8</Application>
  <PresentationFormat>On-screen Show (4:3)</PresentationFormat>
  <Paragraphs>0</Paragraphs>
  <Slides>2</Slides>
  <Notes>2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Theme 1</vt:lpstr>
      <vt:lpstr>Slide 1</vt:lpstr>
      <vt:lpstr>Slide 2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6</cp:revision>
  <dcterms:modified xsi:type="dcterms:W3CDTF">2026-03-26T10:56:02Z</dcterms:modified>
</cp:coreProperties>
</file>