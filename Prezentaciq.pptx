
<file path=[Content_Types].xml><?xml version="1.0" encoding="utf-8"?>
<Types xmlns="http://schemas.openxmlformats.org/package/2006/content-types">
  <Default Extension="xml" ContentType="application/xml"/>
  <Default Extension="jpg" ContentType="image/jpeg"/>
  <Default Extension="wmf" ContentType="image/x-wmf"/>
  <Default Extension="bin" ContentType="application/vnd.openxmlformats-officedocument.oleObject"/>
  <Default Extension="rels" ContentType="application/vnd.openxmlformats-package.relationships+xml"/>
  <Default Extension="jpeg" ContentType="image/jpeg"/>
  <Default Extension="png" ContentType="image/png"/>
  <Override PartName="/ppt/notesSlides/notesSlide14.xml" ContentType="application/vnd.openxmlformats-officedocument.presentationml.notesSlide+xml"/>
  <Override PartName="/ppt/notesSlides/notesSlide12.xml" ContentType="application/vnd.openxmlformats-officedocument.presentationml.notesSlide+xml"/>
  <Override PartName="/ppt/slideLayouts/slideLayout1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s/slide13.xml" ContentType="application/vnd.openxmlformats-officedocument.presentationml.slide+xml"/>
  <Override PartName="/ppt/theme/theme2.xml" ContentType="application/vnd.openxmlformats-officedocument.theme+xml"/>
  <Override PartName="/ppt/theme/theme1.xml" ContentType="application/vnd.openxmlformats-officedocument.theme+xml"/>
  <Override PartName="/ppt/slides/slide3.xml" ContentType="application/vnd.openxmlformats-officedocument.presentationml.slide+xml"/>
  <Override PartName="/ppt/slideLayouts/slideLayout4.xml" ContentType="application/vnd.openxmlformats-officedocument.presentationml.slideLayout+xml"/>
  <Override PartName="/ppt/notesSlides/notesSlide5.xml" ContentType="application/vnd.openxmlformats-officedocument.presentationml.notesSlide+xml"/>
  <Override PartName="/ppt/slideLayouts/slideLayout1.xml" ContentType="application/vnd.openxmlformats-officedocument.presentationml.slideLayout+xml"/>
  <Override PartName="/ppt/slides/slide12.xml" ContentType="application/vnd.openxmlformats-officedocument.presentationml.slide+xml"/>
  <Override PartName="/ppt/slideLayouts/slideLayout5.xml" ContentType="application/vnd.openxmlformats-officedocument.presentationml.slideLayout+xml"/>
  <Override PartName="/ppt/slides/slide7.xml" ContentType="application/vnd.openxmlformats-officedocument.presentationml.slide+xml"/>
  <Override PartName="/ppt/notesSlides/notesSlide2.xml" ContentType="application/vnd.openxmlformats-officedocument.presentationml.notesSlide+xml"/>
  <Override PartName="/ppt/notesSlides/notesSlide4.xml" ContentType="application/vnd.openxmlformats-officedocument.presentationml.notesSlide+xml"/>
  <Override PartName="/ppt/tableStyles.xml" ContentType="application/vnd.openxmlformats-officedocument.presentationml.tableStyles+xml"/>
  <Override PartName="/docProps/app.xml" ContentType="application/vnd.openxmlformats-officedocument.extended-properties+xml"/>
  <Override PartName="/ppt/viewProps.xml" ContentType="application/vnd.openxmlformats-officedocument.presentationml.viewProps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Layouts/slideLayout2.xml" ContentType="application/vnd.openxmlformats-officedocument.presentationml.slideLayout+xml"/>
  <Override PartName="/ppt/presProps.xml" ContentType="application/vnd.openxmlformats-officedocument.presentationml.presProps+xml"/>
  <Override PartName="/ppt/slideLayouts/slideLayout8.xml" ContentType="application/vnd.openxmlformats-officedocument.presentationml.slideLayout+xml"/>
  <Override PartName="/docProps/core.xml" ContentType="application/vnd.openxmlformats-package.core-properties+xml"/>
  <Override PartName="/ppt/slideLayouts/slideLayout6.xml" ContentType="application/vnd.openxmlformats-officedocument.presentationml.slideLayout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slides/slide1.xml" ContentType="application/vnd.openxmlformats-officedocument.presentationml.slide+xml"/>
  <Override PartName="/ppt/slideMasters/slideMaster1.xml" ContentType="application/vnd.openxmlformats-officedocument.presentationml.slideMaster+xml"/>
  <Override PartName="/ppt/slides/slide2.xml" ContentType="application/vnd.openxmlformats-officedocument.presentationml.slide+xml"/>
  <Override PartName="/ppt/slides/slide5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11.xml" ContentType="application/vnd.openxmlformats-officedocument.presentationml.slide+xml"/>
  <Override PartName="/ppt/slides/slide14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6.xml" ContentType="application/vnd.openxmlformats-officedocument.presentationml.notesSlide+xml"/>
  <Override PartName="/ppt/presentation.xml" ContentType="application/vnd.openxmlformats-officedocument.presentationml.presentation.main+xml"/>
  <Override PartName="/ppt/notesSlides/notesSlide7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1.xml" ContentType="application/vnd.openxmlformats-officedocument.presentationml.notesSlide+xml"/>
</Types>
</file>

<file path=_rels/.rels><?xml version="1.0" encoding="UTF-8" standalone="yes"?><Relationships xmlns="http://schemas.openxmlformats.org/package/2006/relationships"><Relationship Id="rId3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aveSubsetFonts="1">
  <p:sldMasterIdLst>
    <p:sldMasterId id="2147483648" r:id="rId1"/>
  </p:sldMasterIdLst>
  <p:notesMasterIdLst>
    <p:notesMasterId r:id="rId18"/>
  </p:notes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  <p:sldId id="269" r:id="rId17"/>
  </p:sldIdLst>
  <p:sldSz cx="12192000" cy="6858000"/>
  <p:notesSz cx="6858000" cy="9144000"/>
  <p:defaultTextStyle>
    <a:defPPr>
      <a:defRPr lang="en-US"/>
    </a:defPPr>
    <a:lvl1pPr marL="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slideViewPr>
    <p:cSldViewPr snapToGrid="0">
      <p:cViewPr varScale="1">
        <p:scale>
          <a:sx n="100" d="100"/>
          <a:sy n="100" d="100"/>
        </p:scale>
        <p:origin x="378" y="90"/>
      </p:cViewPr>
      <p:guideLst>
        <p:guide pos="3840"/>
        <p:guide pos="2160" orient="horz"/>
      </p:guideLst>
    </p:cSldViewPr>
  </p:slideViewPr>
  <p:gridSpacing cx="72008" cy="72008"/>
</p:viewPr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theme" Target="theme/theme2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slide" Target="slides/slide12.xml"/><Relationship Id="rId16" Type="http://schemas.openxmlformats.org/officeDocument/2006/relationships/slide" Target="slides/slide13.xml"/><Relationship Id="rId17" Type="http://schemas.openxmlformats.org/officeDocument/2006/relationships/slide" Target="slides/slide14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 /><Relationship Id="rId20" Type="http://schemas.openxmlformats.org/officeDocument/2006/relationships/tableStyles" Target="tableStyles.xml" /><Relationship Id="rId21" Type="http://schemas.openxmlformats.org/officeDocument/2006/relationships/viewProps" Target="viewProps.xml" /></Relationships>
</file>

<file path=ppt/notesMasters/_rels/notesMaster1.xml.rels><?xml version="1.0" encoding="UTF-8" standalone="yes"?>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 name=""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50368456" name="Header Placeholder 1"/>
          <p:cNvSpPr>
            <a:spLocks noGrp="1"/>
          </p:cNvSpPr>
          <p:nvPr>
            <p:ph type="hdr" sz="quarter"/>
          </p:nvPr>
        </p:nvSpPr>
        <p:spPr bwMode="auto"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192034362" name="Date Placeholder 2"/>
          <p:cNvSpPr>
            <a:spLocks noGrp="1"/>
          </p:cNvSpPr>
          <p:nvPr>
            <p:ph type="dt" idx="1"/>
          </p:nvPr>
        </p:nvSpPr>
        <p:spPr bwMode="auto"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>
              <a:defRPr/>
            </a:pPr>
            <a:fld id="{3632E96E-41F7-40C5-8419-297958CC00FA}" type="datetimeFigureOut">
              <a:rPr lang="en-US"/>
              <a:t>10/30/2013</a:t>
            </a:fld>
            <a:endParaRPr lang="en-US"/>
          </a:p>
        </p:txBody>
      </p:sp>
      <p:sp>
        <p:nvSpPr>
          <p:cNvPr id="361398548" name="Slide Image Placeholder 3"/>
          <p:cNvSpPr>
            <a:spLocks noChangeAspect="1" noGrp="1" noRot="1"/>
          </p:cNvSpPr>
          <p:nvPr>
            <p:ph type="sldImg" idx="2"/>
          </p:nvPr>
        </p:nvSpPr>
        <p:spPr bwMode="auto"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>
              <a:defRPr/>
            </a:pPr>
            <a:endParaRPr lang="en-US"/>
          </a:p>
        </p:txBody>
      </p:sp>
      <p:sp>
        <p:nvSpPr>
          <p:cNvPr id="1910018261" name="Notes Placeholder 4"/>
          <p:cNvSpPr>
            <a:spLocks noGrp="1"/>
          </p:cNvSpPr>
          <p:nvPr>
            <p:ph type="body" sz="quarter" idx="3"/>
          </p:nvPr>
        </p:nvSpPr>
        <p:spPr bwMode="auto"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1208110132" name="Footer Placeholder 5"/>
          <p:cNvSpPr>
            <a:spLocks noGrp="1"/>
          </p:cNvSpPr>
          <p:nvPr>
            <p:ph type="ftr" sz="quarter" idx="4"/>
          </p:nvPr>
        </p:nvSpPr>
        <p:spPr bwMode="auto"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943943494" name="Slide Number Placeholder 6"/>
          <p:cNvSpPr>
            <a:spLocks noGrp="1"/>
          </p:cNvSpPr>
          <p:nvPr>
            <p:ph type="sldNum" sz="quarter" idx="5"/>
          </p:nvPr>
        </p:nvSpPr>
        <p:spPr bwMode="auto"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>
              <a:defRPr/>
            </a:pPr>
            <a:fld id="{2E6999B8-B6B4-4561-A3CD-BBCDAB9FC9D9}" type="slidenum">
              <a:rPr lang="en-US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 ?>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 ?>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 ?>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 ?>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 ?>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 ?>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 ?>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 ?>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 ?>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 ?>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 ?>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 ?>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 ?>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 ?>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6524938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89849201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43674033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E6999B8-B6B4-4561-A3CD-BBCDAB9FC9D9}" type="slidenum">
              <a:rPr lang="en-US"/>
              <a:t>1</a:t>
            </a:fld>
            <a:endParaRPr 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92608559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6758889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9359166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AD7C184F-6B15-2C2B-1685-99C705941D99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01283873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22972282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4577208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B5D478D3-3B21-6817-CCC9-CB9B3836E056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6850935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212238390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0599174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EC57B88A-9EE6-B226-87EE-FAE994B421A8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94111014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72969640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2139183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5ABAF583-884E-CFEF-8DE5-1203A4B4A717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44269978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13040962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2457786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6A4A41D-E2A1-FC31-472C-40DA7E093D91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11D4B5DF-E6FB-4919-CFDC-7F786DAD042E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00243518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68013482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1971764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518262F-F903-3EEA-F653-29E78658ED5E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A5C52C9A-CB03-5833-6119-EBA298FF276D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66718140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202387716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0346430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3C49A6FF-DC7E-27A8-916A-7EA30C17A71F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10184070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22629613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5364727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3E5CA1D-C782-DD6A-E3E4-FADF595E63EC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63638184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82291247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5060756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E793C7AE-F512-5C8A-CC5D-6CE770C89D4E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1504776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9024164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6622451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3A44C6F-85E4-F237-CE9A-E5F564F6B719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97500666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81129655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4931411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719823E-755F-288E-8034-47D20B4EC941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itle" userDrawn="1">
  <p:cSld name="Title Slide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48717769" name="Title 1"/>
          <p:cNvSpPr>
            <a:spLocks noGrp="1"/>
          </p:cNvSpPr>
          <p:nvPr>
            <p:ph type="ctrTitle"/>
          </p:nvPr>
        </p:nvSpPr>
        <p:spPr bwMode="auto"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85008547" name="Subtitle 2"/>
          <p:cNvSpPr>
            <a:spLocks noGrp="1"/>
          </p:cNvSpPr>
          <p:nvPr>
            <p:ph type="subTitle" idx="1"/>
          </p:nvPr>
        </p:nvSpPr>
        <p:spPr bwMode="auto"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>
              <a:defRPr/>
            </a:pPr>
            <a:r>
              <a:rPr lang="en-US"/>
              <a:t>Click to edit Master subtitle style</a:t>
            </a:r>
            <a:endParaRPr lang="en-US"/>
          </a:p>
        </p:txBody>
      </p:sp>
      <p:sp>
        <p:nvSpPr>
          <p:cNvPr id="635512052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251749584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2005432501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obj" userDrawn="1">
  <p:cSld name="Title and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2671049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610113547" name="Content Placeholder 2"/>
          <p:cNvSpPr>
            <a:spLocks noGrp="1"/>
          </p:cNvSpPr>
          <p:nvPr>
            <p:ph idx="1"/>
          </p:nvPr>
        </p:nvSpPr>
        <p:spPr bwMode="auto"/>
        <p:txBody>
          <a:bodyPr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2010036016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460293043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290225201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secHead" userDrawn="1">
  <p:cSld name="Section Header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71885712" name="Title 1"/>
          <p:cNvSpPr>
            <a:spLocks noGrp="1"/>
          </p:cNvSpPr>
          <p:nvPr>
            <p:ph type="title"/>
          </p:nvPr>
        </p:nvSpPr>
        <p:spPr bwMode="auto"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578894823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1041408207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128888014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737600839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woObj" userDrawn="1">
  <p:cSld name="Two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15590515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297519050" name="Content Placeholder 2"/>
          <p:cNvSpPr>
            <a:spLocks noGrp="1"/>
          </p:cNvSpPr>
          <p:nvPr>
            <p:ph sz="half" idx="1"/>
          </p:nvPr>
        </p:nvSpPr>
        <p:spPr bwMode="auto">
          <a:xfrm>
            <a:off x="838200" y="1825625"/>
            <a:ext cx="5181600" cy="4351338"/>
          </a:xfrm>
        </p:spPr>
        <p:txBody>
          <a:bodyPr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2033232442" name="Content Placeholder 3"/>
          <p:cNvSpPr>
            <a:spLocks noGrp="1"/>
          </p:cNvSpPr>
          <p:nvPr>
            <p:ph sz="half" idx="2"/>
          </p:nvPr>
        </p:nvSpPr>
        <p:spPr bwMode="auto">
          <a:xfrm>
            <a:off x="6172200" y="1825625"/>
            <a:ext cx="5181600" cy="4351338"/>
          </a:xfrm>
        </p:spPr>
        <p:txBody>
          <a:bodyPr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105172854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957060449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664066949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woTxTwoObj" userDrawn="1">
  <p:cSld name="Comparis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69276429" name="Title 1"/>
          <p:cNvSpPr>
            <a:spLocks noGrp="1"/>
          </p:cNvSpPr>
          <p:nvPr>
            <p:ph type="title"/>
          </p:nvPr>
        </p:nvSpPr>
        <p:spPr bwMode="auto">
          <a:xfrm>
            <a:off x="839788" y="365125"/>
            <a:ext cx="10515600" cy="1325563"/>
          </a:xfrm>
        </p:spPr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363417848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1968855544" name="Content Placeholder 3"/>
          <p:cNvSpPr>
            <a:spLocks noGrp="1"/>
          </p:cNvSpPr>
          <p:nvPr>
            <p:ph sz="half" idx="2"/>
          </p:nvPr>
        </p:nvSpPr>
        <p:spPr bwMode="auto">
          <a:xfrm>
            <a:off x="839788" y="2505074"/>
            <a:ext cx="5157787" cy="3684588"/>
          </a:xfrm>
        </p:spPr>
        <p:txBody>
          <a:bodyPr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4793527" name="Text Placeholder 4"/>
          <p:cNvSpPr>
            <a:spLocks noGrp="1"/>
          </p:cNvSpPr>
          <p:nvPr>
            <p:ph type="body" sz="quarter" idx="3"/>
          </p:nvPr>
        </p:nvSpPr>
        <p:spPr bwMode="auto"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1438947646" name="Content Placeholder 5"/>
          <p:cNvSpPr>
            <a:spLocks noGrp="1"/>
          </p:cNvSpPr>
          <p:nvPr>
            <p:ph sz="quarter" idx="4"/>
          </p:nvPr>
        </p:nvSpPr>
        <p:spPr bwMode="auto">
          <a:xfrm>
            <a:off x="6172200" y="2505074"/>
            <a:ext cx="5183188" cy="3684588"/>
          </a:xfrm>
        </p:spPr>
        <p:txBody>
          <a:bodyPr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783465911" name="Date Placeholder 6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2137210001" name="Footer Placeholder 7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736869842" name="Slide Number Placeholder 8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itleOnly" userDrawn="1">
  <p:cSld name="Title Only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306764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422670340" name="Date Placeholder 2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756977321" name="Footer Placeholder 3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787681802" name="Slide Number Placeholder 4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blank" userDrawn="1">
  <p:cSld name="Blank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74988954" name="Date Placeholder 1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1952908994" name="Footer Placeholder 2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036921911" name="Slide Number Placeholder 3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objTx" userDrawn="1">
  <p:cSld name="Content with Capti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20024534" name="Title 1"/>
          <p:cNvSpPr>
            <a:spLocks noGrp="1"/>
          </p:cNvSpPr>
          <p:nvPr>
            <p:ph type="title"/>
          </p:nvPr>
        </p:nvSpPr>
        <p:spPr bwMode="auto"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4319709" name="Content Placeholder 2"/>
          <p:cNvSpPr>
            <a:spLocks noGrp="1"/>
          </p:cNvSpPr>
          <p:nvPr>
            <p:ph idx="1"/>
          </p:nvPr>
        </p:nvSpPr>
        <p:spPr bwMode="auto"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230325581" name="Text Placeholder 3"/>
          <p:cNvSpPr>
            <a:spLocks noGrp="1"/>
          </p:cNvSpPr>
          <p:nvPr>
            <p:ph type="body" sz="half" idx="2"/>
          </p:nvPr>
        </p:nvSpPr>
        <p:spPr bwMode="auto"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1867042307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618672261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241213954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picTx" userDrawn="1">
  <p:cSld name="Picture with Capti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3701313" name="Title 1"/>
          <p:cNvSpPr>
            <a:spLocks noGrp="1"/>
          </p:cNvSpPr>
          <p:nvPr>
            <p:ph type="title"/>
          </p:nvPr>
        </p:nvSpPr>
        <p:spPr bwMode="auto"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691216338" name="Picture Placeholder 2"/>
          <p:cNvSpPr>
            <a:spLocks noChangeAspect="1" noGrp="1"/>
          </p:cNvSpPr>
          <p:nvPr>
            <p:ph type="pic" idx="1"/>
          </p:nvPr>
        </p:nvSpPr>
        <p:spPr bwMode="auto"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>
              <a:defRPr/>
            </a:pPr>
            <a:r>
              <a:rPr lang="en-US"/>
              <a:t>Click icon to add picture</a:t>
            </a:r>
            <a:endParaRPr lang="en-US"/>
          </a:p>
        </p:txBody>
      </p:sp>
      <p:sp>
        <p:nvSpPr>
          <p:cNvPr id="1125557012" name="Text Placeholder 3"/>
          <p:cNvSpPr>
            <a:spLocks noGrp="1"/>
          </p:cNvSpPr>
          <p:nvPr>
            <p:ph type="body" sz="half" idx="2"/>
          </p:nvPr>
        </p:nvSpPr>
        <p:spPr bwMode="auto"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629394206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576655728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582324246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vertTx" userDrawn="1">
  <p:cSld name="Title and Vertical Tex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87501295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981967108" name="Vertical Text Placeholder 2"/>
          <p:cNvSpPr>
            <a:spLocks noGrp="1"/>
          </p:cNvSpPr>
          <p:nvPr>
            <p:ph type="body" orient="vert" idx="1"/>
          </p:nvPr>
        </p:nvSpPr>
        <p:spPr bwMode="auto"/>
        <p:txBody>
          <a:bodyPr vert="eaVert"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2046440852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1468484678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134318994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vertTitleAndTx" userDrawn="1">
  <p:cSld name="Vertical Title and Tex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88007632" name="Vertical Title 1"/>
          <p:cNvSpPr>
            <a:spLocks noGrp="1"/>
          </p:cNvSpPr>
          <p:nvPr>
            <p:ph type="title" orient="vert"/>
          </p:nvPr>
        </p:nvSpPr>
        <p:spPr bwMode="auto">
          <a:xfrm>
            <a:off x="8724900" y="365125"/>
            <a:ext cx="2628900" cy="5811838"/>
          </a:xfrm>
        </p:spPr>
        <p:txBody>
          <a:bodyPr vert="eaVert"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748035462" name="Vertical Text Placeholder 2"/>
          <p:cNvSpPr>
            <a:spLocks noGrp="1"/>
          </p:cNvSpPr>
          <p:nvPr>
            <p:ph type="body" orient="vert" idx="1"/>
          </p:nvPr>
        </p:nvSpPr>
        <p:spPr bwMode="auto">
          <a:xfrm>
            <a:off x="838200" y="365125"/>
            <a:ext cx="7734300" cy="5811838"/>
          </a:xfrm>
        </p:spPr>
        <p:txBody>
          <a:bodyPr vert="eaVert"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1203994418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1076989770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453280495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Relationship Id="rId13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preserve="0">
  <p:cSld name="">
    <p:bg>
      <p:bgPr shadeToTitle="0">
        <a:blipFill rotWithShape="1">
          <a:blip r:embed="rId13"/>
          <a:tile/>
        </a:blip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80531464" name="Title Placeholder 1"/>
          <p:cNvSpPr>
            <a:spLocks noGrp="1"/>
          </p:cNvSpPr>
          <p:nvPr>
            <p:ph type="title"/>
          </p:nvPr>
        </p:nvSpPr>
        <p:spPr bwMode="auto"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524328490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1689026469" name="Date Placeholder 3"/>
          <p:cNvSpPr>
            <a:spLocks noGrp="1"/>
          </p:cNvSpPr>
          <p:nvPr>
            <p:ph type="dt" sz="half" idx="2"/>
          </p:nvPr>
        </p:nvSpPr>
        <p:spPr bwMode="auto"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768962525" name="Footer Placeholder 4"/>
          <p:cNvSpPr>
            <a:spLocks noGrp="1"/>
          </p:cNvSpPr>
          <p:nvPr>
            <p:ph type="ftr" sz="quarter" idx="3"/>
          </p:nvPr>
        </p:nvSpPr>
        <p:spPr bwMode="auto"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96728629" name="Slide Number Placeholder 5"/>
          <p:cNvSpPr>
            <a:spLocks noGrp="1"/>
          </p:cNvSpPr>
          <p:nvPr>
            <p:ph type="sldNum" sz="quarter" idx="4"/>
          </p:nvPr>
        </p:nvSpPr>
        <p:spPr bwMode="auto"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>
        <a:lnSpc>
          <a:spcPct val="90000"/>
        </a:lnSpc>
        <a:spcBef>
          <a:spcPts val="1000"/>
        </a:spcBef>
        <a:buFont typeface="Arial"/>
        <a:buChar char="•"/>
        <a:defRPr sz="28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24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jpg"/><Relationship Id="rId4" Type="http://schemas.openxmlformats.org/officeDocument/2006/relationships/image" Target="../media/image3.jpg"/><Relationship Id="rId5" Type="http://schemas.openxmlformats.org/officeDocument/2006/relationships/image" Target="../media/image4.jpg"/><Relationship Id="rId6" Type="http://schemas.openxmlformats.org/officeDocument/2006/relationships/image" Target="../media/image5.jpg"/><Relationship Id="rId7" Type="http://schemas.openxmlformats.org/officeDocument/2006/relationships/image" Target="../media/image6.jpg"/><Relationship Id="rId8" Type="http://schemas.openxmlformats.org/officeDocument/2006/relationships/image" Target="../media/image7.jpg"/></Relationships>
</file>

<file path=ppt/slides/_rels/slide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8.png"/><Relationship Id="rId4" Type="http://schemas.openxmlformats.org/officeDocument/2006/relationships/image" Target="../media/image9.jpg"/><Relationship Id="rId5" Type="http://schemas.openxmlformats.org/officeDocument/2006/relationships/image" Target="../media/image10.png"/><Relationship Id="rId6" Type="http://schemas.openxmlformats.org/officeDocument/2006/relationships/image" Target="../media/image11.png"/></Relationships>
</file>

<file path=ppt/slides/_rels/slide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2.png"/></Relationships>
</file>

<file path=ppt/slides/_rels/slide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3.png"/></Relationships>
</file>

<file path=ppt/slides/_rels/slide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70881495" name="Title 1"/>
          <p:cNvSpPr>
            <a:spLocks noGrp="1"/>
          </p:cNvSpPr>
          <p:nvPr>
            <p:ph type="ctrTitle"/>
          </p:nvPr>
        </p:nvSpPr>
        <p:spPr bwMode="auto">
          <a:xfrm flipH="0" flipV="0">
            <a:off x="340177" y="314324"/>
            <a:ext cx="9144000" cy="1867578"/>
          </a:xfrm>
        </p:spPr>
        <p:txBody>
          <a:bodyPr/>
          <a:lstStyle/>
          <a:p>
            <a:pPr>
              <a:defRPr/>
            </a:pPr>
            <a:r>
              <a:rPr lang="en-US" sz="9600" b="1">
                <a:solidFill>
                  <a:schemeClr val="bg1"/>
                </a:solidFill>
                <a:latin typeface="Ubuntu Sans"/>
                <a:ea typeface="Ubuntu Sans"/>
                <a:cs typeface="Ubuntu Sans"/>
              </a:rPr>
              <a:t>Medicine Man</a:t>
            </a:r>
            <a:endParaRPr>
              <a:solidFill>
                <a:schemeClr val="bg1"/>
              </a:solidFill>
              <a:latin typeface="Ubuntu Sans"/>
              <a:cs typeface="Ubuntu Sans"/>
            </a:endParaRPr>
          </a:p>
        </p:txBody>
      </p:sp>
      <p:sp>
        <p:nvSpPr>
          <p:cNvPr id="1479465249" name="Subtitle 2"/>
          <p:cNvSpPr>
            <a:spLocks noGrp="1"/>
          </p:cNvSpPr>
          <p:nvPr>
            <p:ph type="subTitle" idx="1"/>
          </p:nvPr>
        </p:nvSpPr>
        <p:spPr bwMode="auto">
          <a:xfrm flipH="0" flipV="0">
            <a:off x="5347606" y="2265815"/>
            <a:ext cx="4546178" cy="929140"/>
          </a:xfrm>
        </p:spPr>
        <p:txBody>
          <a:bodyPr/>
          <a:lstStyle/>
          <a:p>
            <a:pPr marL="0" marR="0" indent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-US" sz="2800" b="1" i="0" u="none" strike="noStrike" cap="none" spc="0">
                <a:solidFill>
                  <a:schemeClr val="bg1"/>
                </a:solidFill>
                <a:latin typeface="Ubuntu Sans"/>
                <a:ea typeface="Ubuntu Sans"/>
                <a:cs typeface="Ubuntu Sans"/>
              </a:rPr>
              <a:t>Отбор: </a:t>
            </a:r>
            <a:r>
              <a:rPr lang="en-US" sz="2800" b="1" i="0" u="none" strike="noStrike" cap="none" spc="0">
                <a:solidFill>
                  <a:schemeClr val="bg1"/>
                </a:solidFill>
                <a:latin typeface="Ubuntu Sans"/>
                <a:ea typeface="Ubuntu Sans"/>
                <a:cs typeface="Ubuntu Sans"/>
              </a:rPr>
              <a:t>Shte Vidim</a:t>
            </a:r>
            <a:endParaRPr lang="en-US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69450910" name="Title 1"/>
          <p:cNvSpPr>
            <a:spLocks noGrp="1"/>
          </p:cNvSpPr>
          <p:nvPr>
            <p:ph type="ctrTitle"/>
          </p:nvPr>
        </p:nvSpPr>
        <p:spPr bwMode="auto">
          <a:xfrm flipH="0" flipV="0">
            <a:off x="721177" y="251505"/>
            <a:ext cx="5755821" cy="1381352"/>
          </a:xfrm>
        </p:spPr>
        <p:txBody>
          <a:bodyPr/>
          <a:lstStyle/>
          <a:p>
            <a:pPr>
              <a:defRPr/>
            </a:pPr>
            <a:r>
              <a:rPr lang="bg-BG" sz="4800" b="1">
                <a:solidFill>
                  <a:schemeClr val="bg1"/>
                </a:solidFill>
                <a:latin typeface="Ubuntu Sans"/>
                <a:ea typeface="Ubuntu Sans"/>
                <a:cs typeface="Ubuntu Sans"/>
              </a:rPr>
              <a:t>Нашият отбор:</a:t>
            </a:r>
            <a:endParaRPr>
              <a:solidFill>
                <a:schemeClr val="bg1"/>
              </a:solidFill>
              <a:latin typeface="Ubuntu Sans"/>
              <a:cs typeface="Ubuntu Sans"/>
            </a:endParaRPr>
          </a:p>
        </p:txBody>
      </p:sp>
      <p:pic>
        <p:nvPicPr>
          <p:cNvPr id="173088202" name=""/>
          <p:cNvPicPr>
            <a:picLocks noChangeAspect="1"/>
          </p:cNvPicPr>
          <p:nvPr/>
        </p:nvPicPr>
        <p:blipFill rotWithShape="1">
          <a:blip r:embed="rId3"/>
          <a:srcRect l="0" t="0" r="0" b="30816"/>
          <a:stretch/>
        </p:blipFill>
        <p:spPr bwMode="auto">
          <a:xfrm rot="21116953" flipH="0" flipV="0">
            <a:off x="8130021" y="369730"/>
            <a:ext cx="2555601" cy="2406021"/>
          </a:xfrm>
          <a:prstGeom prst="rect">
            <a:avLst/>
          </a:prstGeom>
          <a:ln w="12700">
            <a:solidFill>
              <a:schemeClr val="tx1"/>
            </a:solidFill>
            <a:prstDash val="solid"/>
          </a:ln>
        </p:spPr>
      </p:pic>
      <p:pic>
        <p:nvPicPr>
          <p:cNvPr id="1306347692" name=""/>
          <p:cNvPicPr>
            <a:picLocks noChangeAspect="1"/>
          </p:cNvPicPr>
          <p:nvPr/>
        </p:nvPicPr>
        <p:blipFill rotWithShape="1">
          <a:blip r:embed="rId4"/>
          <a:srcRect l="0" t="6545" r="0" b="6275"/>
          <a:stretch/>
        </p:blipFill>
        <p:spPr bwMode="auto">
          <a:xfrm rot="0" flipH="0" flipV="0">
            <a:off x="4359281" y="1632856"/>
            <a:ext cx="1736717" cy="1643086"/>
          </a:xfrm>
          <a:prstGeom prst="rect">
            <a:avLst/>
          </a:prstGeom>
          <a:ln w="12700">
            <a:solidFill>
              <a:schemeClr val="tx1"/>
            </a:solidFill>
            <a:prstDash val="solid"/>
          </a:ln>
        </p:spPr>
      </p:pic>
      <p:pic>
        <p:nvPicPr>
          <p:cNvPr id="1899329112" name=""/>
          <p:cNvPicPr>
            <a:picLocks noChangeAspect="1"/>
          </p:cNvPicPr>
          <p:nvPr/>
        </p:nvPicPr>
        <p:blipFill rotWithShape="1">
          <a:blip r:embed="rId5"/>
          <a:srcRect l="0" t="19914" r="0" b="3737"/>
          <a:stretch/>
        </p:blipFill>
        <p:spPr bwMode="auto">
          <a:xfrm rot="21017907" flipH="0" flipV="0">
            <a:off x="2326506" y="2433699"/>
            <a:ext cx="1614063" cy="1643086"/>
          </a:xfrm>
          <a:prstGeom prst="rect">
            <a:avLst/>
          </a:prstGeom>
          <a:ln w="12700">
            <a:solidFill>
              <a:schemeClr val="tx1"/>
            </a:solidFill>
            <a:prstDash val="solid"/>
          </a:ln>
        </p:spPr>
      </p:pic>
      <p:pic>
        <p:nvPicPr>
          <p:cNvPr id="1169777123" name=""/>
          <p:cNvPicPr>
            <a:picLocks noChangeAspect="1"/>
          </p:cNvPicPr>
          <p:nvPr/>
        </p:nvPicPr>
        <p:blipFill rotWithShape="1">
          <a:blip r:embed="rId6"/>
          <a:srcRect l="0" t="13657" r="0" b="10989"/>
          <a:stretch/>
        </p:blipFill>
        <p:spPr bwMode="auto">
          <a:xfrm rot="789906" flipH="0" flipV="0">
            <a:off x="261108" y="2184872"/>
            <a:ext cx="1635384" cy="1643086"/>
          </a:xfrm>
          <a:prstGeom prst="rect">
            <a:avLst/>
          </a:prstGeom>
          <a:ln w="12700">
            <a:solidFill>
              <a:schemeClr val="tx1"/>
            </a:solidFill>
            <a:prstDash val="solid"/>
          </a:ln>
        </p:spPr>
      </p:pic>
      <p:pic>
        <p:nvPicPr>
          <p:cNvPr id="1050055083" name=""/>
          <p:cNvPicPr>
            <a:picLocks noChangeAspect="1"/>
          </p:cNvPicPr>
          <p:nvPr/>
        </p:nvPicPr>
        <p:blipFill rotWithShape="1">
          <a:blip r:embed="rId7"/>
          <a:srcRect l="0" t="9454" r="0" b="27220"/>
          <a:stretch/>
        </p:blipFill>
        <p:spPr bwMode="auto">
          <a:xfrm rot="502398" flipH="0" flipV="0">
            <a:off x="6438732" y="2902869"/>
            <a:ext cx="1593255" cy="1793639"/>
          </a:xfrm>
          <a:prstGeom prst="rect">
            <a:avLst/>
          </a:prstGeom>
          <a:ln w="12700">
            <a:solidFill>
              <a:schemeClr val="tx1"/>
            </a:solidFill>
            <a:prstDash val="solid"/>
          </a:ln>
        </p:spPr>
      </p:pic>
      <p:pic>
        <p:nvPicPr>
          <p:cNvPr id="1049375473" name=""/>
          <p:cNvPicPr>
            <a:picLocks noChangeAspect="1"/>
          </p:cNvPicPr>
          <p:nvPr/>
        </p:nvPicPr>
        <p:blipFill rotWithShape="1">
          <a:blip r:embed="rId8"/>
          <a:srcRect l="0" t="16690" r="0" b="15172"/>
          <a:stretch/>
        </p:blipFill>
        <p:spPr bwMode="auto">
          <a:xfrm rot="492277" flipH="0" flipV="0">
            <a:off x="3993036" y="4433212"/>
            <a:ext cx="1812149" cy="1646332"/>
          </a:xfrm>
          <a:prstGeom prst="rect">
            <a:avLst/>
          </a:prstGeom>
          <a:ln w="12700">
            <a:solidFill>
              <a:schemeClr val="tx1"/>
            </a:solidFill>
            <a:prstDash val="solid"/>
          </a:ln>
        </p:spPr>
      </p:pic>
      <p:sp>
        <p:nvSpPr>
          <p:cNvPr id="1392356509" name=""/>
          <p:cNvSpPr txBox="1"/>
          <p:nvPr/>
        </p:nvSpPr>
        <p:spPr bwMode="auto">
          <a:xfrm rot="21159830" flipH="0" flipV="0">
            <a:off x="8342523" y="2832116"/>
            <a:ext cx="3738535" cy="73187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lang="bg-BG" sz="2200" b="1">
                <a:solidFill>
                  <a:schemeClr val="bg1"/>
                </a:solidFill>
                <a:latin typeface="Ubuntu Sans"/>
                <a:ea typeface="Ubuntu Sans"/>
                <a:cs typeface="Ubuntu Sans"/>
              </a:rPr>
              <a:t>ментор</a:t>
            </a:r>
            <a:endParaRPr lang="bg-BG" sz="2200" b="1">
              <a:solidFill>
                <a:schemeClr val="bg1"/>
              </a:solidFill>
              <a:latin typeface="Ubuntu Sans"/>
              <a:ea typeface="Ubuntu Sans"/>
              <a:cs typeface="Ubuntu Sans"/>
            </a:endParaRPr>
          </a:p>
          <a:p>
            <a:pPr>
              <a:defRPr/>
            </a:pPr>
            <a:r>
              <a:rPr lang="bg-BG" sz="2000" b="0">
                <a:solidFill>
                  <a:schemeClr val="bg1"/>
                </a:solidFill>
                <a:latin typeface="Ubuntu Sans"/>
                <a:ea typeface="Ubuntu Sans"/>
                <a:cs typeface="Ubuntu Sans"/>
              </a:rPr>
              <a:t>Никола Кръстанов</a:t>
            </a:r>
            <a:endParaRPr b="1">
              <a:solidFill>
                <a:schemeClr val="bg1"/>
              </a:solidFill>
              <a:latin typeface="Ubuntu Sans"/>
              <a:cs typeface="Ubuntu Sans"/>
            </a:endParaRPr>
          </a:p>
        </p:txBody>
      </p:sp>
      <p:sp>
        <p:nvSpPr>
          <p:cNvPr id="71853397" name=""/>
          <p:cNvSpPr txBox="1"/>
          <p:nvPr/>
        </p:nvSpPr>
        <p:spPr bwMode="auto">
          <a:xfrm rot="0" flipH="0" flipV="0">
            <a:off x="6168656" y="1512093"/>
            <a:ext cx="1986157" cy="640440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lang="bg-BG">
                <a:solidFill>
                  <a:schemeClr val="bg1"/>
                </a:solidFill>
              </a:rPr>
              <a:t>Ивелина</a:t>
            </a:r>
            <a:endParaRPr lang="bg-BG">
              <a:solidFill>
                <a:schemeClr val="bg1"/>
              </a:solidFill>
            </a:endParaRPr>
          </a:p>
          <a:p>
            <a:pPr>
              <a:defRPr/>
            </a:pPr>
            <a:r>
              <a:rPr lang="bg-BG">
                <a:solidFill>
                  <a:schemeClr val="bg1"/>
                </a:solidFill>
              </a:rPr>
              <a:t>Кръстанова</a:t>
            </a:r>
            <a:endParaRPr>
              <a:solidFill>
                <a:schemeClr val="bg1"/>
              </a:solidFill>
            </a:endParaRPr>
          </a:p>
        </p:txBody>
      </p:sp>
      <p:sp>
        <p:nvSpPr>
          <p:cNvPr id="360169845" name=""/>
          <p:cNvSpPr txBox="1"/>
          <p:nvPr/>
        </p:nvSpPr>
        <p:spPr bwMode="auto">
          <a:xfrm rot="551985" flipH="0" flipV="0">
            <a:off x="6161514" y="4857749"/>
            <a:ext cx="3208901" cy="640440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lang="bg-BG">
                <a:solidFill>
                  <a:schemeClr val="bg1"/>
                </a:solidFill>
                <a:latin typeface="Ubuntu Sans"/>
                <a:ea typeface="Ubuntu Sans"/>
                <a:cs typeface="Ubuntu Sans"/>
              </a:rPr>
              <a:t>Виктор</a:t>
            </a:r>
            <a:endParaRPr>
              <a:solidFill>
                <a:schemeClr val="bg1"/>
              </a:solidFill>
              <a:latin typeface="Ubuntu Sans"/>
              <a:cs typeface="Ubuntu Sans"/>
            </a:endParaRPr>
          </a:p>
          <a:p>
            <a:pPr>
              <a:defRPr/>
            </a:pPr>
            <a:r>
              <a:rPr lang="bg-BG">
                <a:solidFill>
                  <a:schemeClr val="bg1"/>
                </a:solidFill>
                <a:latin typeface="Ubuntu Sans"/>
                <a:ea typeface="Ubuntu Sans"/>
                <a:cs typeface="Ubuntu Sans"/>
              </a:rPr>
              <a:t>Ванчов</a:t>
            </a:r>
            <a:endParaRPr>
              <a:solidFill>
                <a:schemeClr val="bg1"/>
              </a:solidFill>
              <a:latin typeface="Ubuntu Sans"/>
              <a:cs typeface="Ubuntu Sans"/>
            </a:endParaRPr>
          </a:p>
        </p:txBody>
      </p:sp>
      <p:sp>
        <p:nvSpPr>
          <p:cNvPr id="243700412" name=""/>
          <p:cNvSpPr txBox="1"/>
          <p:nvPr/>
        </p:nvSpPr>
        <p:spPr bwMode="auto">
          <a:xfrm rot="20501817" flipH="0" flipV="0">
            <a:off x="2191820" y="4040920"/>
            <a:ext cx="2580390" cy="366120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lang="bg-BG">
                <a:solidFill>
                  <a:schemeClr val="bg1"/>
                </a:solidFill>
                <a:latin typeface="Ubuntu Sans"/>
                <a:ea typeface="Ubuntu Sans"/>
                <a:cs typeface="Ubuntu Sans"/>
              </a:rPr>
              <a:t>Алексей Стойновски</a:t>
            </a:r>
            <a:endParaRPr>
              <a:solidFill>
                <a:schemeClr val="bg1"/>
              </a:solidFill>
              <a:latin typeface="Ubuntu Sans"/>
              <a:cs typeface="Ubuntu Sans"/>
            </a:endParaRPr>
          </a:p>
        </p:txBody>
      </p:sp>
      <p:sp>
        <p:nvSpPr>
          <p:cNvPr id="1167311582" name=""/>
          <p:cNvSpPr txBox="1"/>
          <p:nvPr/>
        </p:nvSpPr>
        <p:spPr bwMode="auto">
          <a:xfrm rot="914660" flipH="0" flipV="0">
            <a:off x="1854" y="4017974"/>
            <a:ext cx="2586150" cy="366120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lang="bg-BG">
                <a:solidFill>
                  <a:schemeClr val="bg1"/>
                </a:solidFill>
                <a:latin typeface="Ubuntu Sans"/>
                <a:ea typeface="Ubuntu Sans"/>
                <a:cs typeface="Ubuntu Sans"/>
              </a:rPr>
              <a:t>Илиян Сахатчиев</a:t>
            </a:r>
            <a:endParaRPr>
              <a:solidFill>
                <a:schemeClr val="bg1"/>
              </a:solidFill>
              <a:latin typeface="Ubuntu Sans"/>
              <a:cs typeface="Ubuntu Sans"/>
            </a:endParaRPr>
          </a:p>
        </p:txBody>
      </p:sp>
      <p:sp>
        <p:nvSpPr>
          <p:cNvPr id="106138144" name=""/>
          <p:cNvSpPr txBox="1"/>
          <p:nvPr/>
        </p:nvSpPr>
        <p:spPr bwMode="auto">
          <a:xfrm rot="0" flipH="0" flipV="0">
            <a:off x="3668343" y="6143624"/>
            <a:ext cx="4365607" cy="366120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lang="bg-BG" b="1">
                <a:solidFill>
                  <a:schemeClr val="bg1"/>
                </a:solidFill>
                <a:latin typeface="Ubuntu Sans"/>
                <a:ea typeface="Ubuntu Sans"/>
                <a:cs typeface="Ubuntu Sans"/>
              </a:rPr>
              <a:t>Александър Симеонов</a:t>
            </a:r>
            <a:endParaRPr>
              <a:solidFill>
                <a:schemeClr val="bg1"/>
              </a:solidFill>
              <a:latin typeface="Ubuntu Sans"/>
              <a:cs typeface="Ubuntu Sans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01919334" name="Title 1"/>
          <p:cNvSpPr>
            <a:spLocks noGrp="1"/>
          </p:cNvSpPr>
          <p:nvPr>
            <p:ph type="ctrTitle"/>
          </p:nvPr>
        </p:nvSpPr>
        <p:spPr bwMode="auto">
          <a:xfrm flipH="0" flipV="0">
            <a:off x="721176" y="251504"/>
            <a:ext cx="6886608" cy="1381351"/>
          </a:xfrm>
        </p:spPr>
        <p:txBody>
          <a:bodyPr/>
          <a:lstStyle/>
          <a:p>
            <a:pPr>
              <a:defRPr/>
            </a:pPr>
            <a:r>
              <a:rPr lang="bg-BG" b="1">
                <a:solidFill>
                  <a:schemeClr val="bg1"/>
                </a:solidFill>
                <a:latin typeface="Ubuntu Sans"/>
                <a:cs typeface="Ubuntu Sans"/>
              </a:rPr>
              <a:t>Идеята – от къде и защо?</a:t>
            </a:r>
            <a:endParaRPr b="1">
              <a:solidFill>
                <a:schemeClr val="bg1"/>
              </a:solidFill>
              <a:latin typeface="Ubuntu Sans"/>
              <a:cs typeface="Ubuntu Sans"/>
            </a:endParaRPr>
          </a:p>
        </p:txBody>
      </p:sp>
      <p:sp>
        <p:nvSpPr>
          <p:cNvPr id="916827429" name=""/>
          <p:cNvSpPr txBox="1"/>
          <p:nvPr/>
        </p:nvSpPr>
        <p:spPr bwMode="auto">
          <a:xfrm rot="0" flipH="0" flipV="0">
            <a:off x="559283" y="1690004"/>
            <a:ext cx="7418523" cy="335315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lang="bg-BG" sz="2800">
                <a:solidFill>
                  <a:schemeClr val="bg1"/>
                </a:solidFill>
              </a:rPr>
              <a:t>Проблемите на хората с деменция:</a:t>
            </a:r>
            <a:endParaRPr sz="2800">
              <a:solidFill>
                <a:schemeClr val="bg1"/>
              </a:solidFill>
            </a:endParaRPr>
          </a:p>
          <a:p>
            <a:pPr marL="283879" indent="-283879">
              <a:buFont typeface="Arial"/>
              <a:buChar char="•"/>
              <a:defRPr/>
            </a:pPr>
            <a:r>
              <a:rPr lang="bg-BG" sz="2800">
                <a:solidFill>
                  <a:schemeClr val="bg1"/>
                </a:solidFill>
              </a:rPr>
              <a:t>забравят</a:t>
            </a:r>
            <a:r>
              <a:rPr lang="en-US" sz="2800">
                <a:solidFill>
                  <a:schemeClr val="bg1"/>
                </a:solidFill>
              </a:rPr>
              <a:t> </a:t>
            </a:r>
            <a:r>
              <a:rPr lang="bg-BG" sz="2800" b="0" i="0" u="none" strike="noStrike" cap="none" spc="0">
                <a:solidFill>
                  <a:schemeClr val="bg1"/>
                </a:solidFill>
                <a:latin typeface="+mn-lt"/>
                <a:ea typeface="+mn-ea"/>
                <a:cs typeface="+mn-cs"/>
              </a:rPr>
              <a:t>да си вземат лекарствата</a:t>
            </a:r>
            <a:endParaRPr sz="2800">
              <a:solidFill>
                <a:schemeClr val="bg1"/>
              </a:solidFill>
            </a:endParaRPr>
          </a:p>
          <a:p>
            <a:pPr marL="683929" lvl="1" indent="-283879">
              <a:buFont typeface="Arial"/>
              <a:buChar char="–"/>
              <a:defRPr/>
            </a:pPr>
            <a:r>
              <a:rPr lang="bg-BG" sz="2800">
                <a:solidFill>
                  <a:schemeClr val="bg1"/>
                </a:solidFill>
              </a:rPr>
              <a:t>с</a:t>
            </a:r>
            <a:r>
              <a:rPr lang="bg-BG" sz="2800">
                <a:solidFill>
                  <a:schemeClr val="bg1"/>
                </a:solidFill>
              </a:rPr>
              <a:t>ъс звук се целим да им помогнем да си вземат лекарствата</a:t>
            </a:r>
            <a:endParaRPr sz="2800">
              <a:solidFill>
                <a:schemeClr val="bg1"/>
              </a:solidFill>
            </a:endParaRPr>
          </a:p>
          <a:p>
            <a:pPr marL="283879" lvl="0" indent="-283879">
              <a:buFont typeface="Arial"/>
              <a:buChar char="•"/>
              <a:defRPr/>
            </a:pPr>
            <a:r>
              <a:rPr lang="bg-BG" sz="2800">
                <a:solidFill>
                  <a:schemeClr val="bg1"/>
                </a:solidFill>
              </a:rPr>
              <a:t>вземат грешните лекарства</a:t>
            </a:r>
            <a:endParaRPr lang="bg-BG" sz="2800">
              <a:solidFill>
                <a:schemeClr val="bg1"/>
              </a:solidFill>
            </a:endParaRPr>
          </a:p>
          <a:p>
            <a:pPr marL="794073" lvl="1" indent="-394023">
              <a:buFont typeface="Arial"/>
              <a:buChar char="–"/>
              <a:defRPr/>
            </a:pPr>
            <a:r>
              <a:rPr lang="bg-BG" sz="2800">
                <a:solidFill>
                  <a:schemeClr val="bg1"/>
                </a:solidFill>
              </a:rPr>
              <a:t>с лампички се показва правилното лекарство в съответния раздел</a:t>
            </a:r>
            <a:endParaRPr lang="bg-BG">
              <a:solidFill>
                <a:schemeClr val="bg1"/>
              </a:solidFill>
            </a:endParaRPr>
          </a:p>
          <a:p>
            <a:pPr lvl="0">
              <a:defRPr/>
            </a:pPr>
            <a:endParaRPr lang="bg-BG">
              <a:solidFill>
                <a:schemeClr val="bg1"/>
              </a:solidFill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96131451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bg-BG" b="1">
                <a:solidFill>
                  <a:schemeClr val="bg1"/>
                </a:solidFill>
                <a:latin typeface="Ubuntu Sans"/>
                <a:ea typeface="Ubuntu Sans"/>
                <a:cs typeface="Ubuntu Sans"/>
              </a:rPr>
              <a:t>Актуализация</a:t>
            </a:r>
            <a:endParaRPr b="1">
              <a:solidFill>
                <a:schemeClr val="bg1"/>
              </a:solidFill>
              <a:latin typeface="Ubuntu Sans"/>
              <a:cs typeface="Ubuntu Sans"/>
            </a:endParaRPr>
          </a:p>
        </p:txBody>
      </p:sp>
      <p:sp>
        <p:nvSpPr>
          <p:cNvPr id="2049505453" name="Content Placeholder 2"/>
          <p:cNvSpPr>
            <a:spLocks noGrp="1"/>
          </p:cNvSpPr>
          <p:nvPr>
            <p:ph idx="1"/>
          </p:nvPr>
        </p:nvSpPr>
        <p:spPr bwMode="auto">
          <a:xfrm flipH="0" flipV="0">
            <a:off x="838198" y="1825624"/>
            <a:ext cx="9392625" cy="4351338"/>
          </a:xfrm>
        </p:spPr>
        <p:txBody>
          <a:bodyPr/>
          <a:lstStyle/>
          <a:p>
            <a:pPr>
              <a:defRPr/>
            </a:pPr>
            <a:r>
              <a:rPr lang="bg-BG">
                <a:solidFill>
                  <a:schemeClr val="bg1"/>
                </a:solidFill>
                <a:latin typeface="Ubuntu Sans"/>
                <a:ea typeface="Ubuntu Sans"/>
                <a:cs typeface="Ubuntu Sans"/>
              </a:rPr>
              <a:t>Успяхме да направим прототип на кутията, които има </a:t>
            </a:r>
            <a:r>
              <a:rPr lang="bg-BG">
                <a:solidFill>
                  <a:schemeClr val="bg1"/>
                </a:solidFill>
                <a:latin typeface="Ubuntu Sans"/>
                <a:ea typeface="Ubuntu Sans"/>
                <a:cs typeface="Ubuntu Sans"/>
              </a:rPr>
              <a:t>нагласящи се периоди на взимане</a:t>
            </a:r>
            <a:r>
              <a:rPr lang="bg-BG">
                <a:solidFill>
                  <a:schemeClr val="bg1"/>
                </a:solidFill>
                <a:latin typeface="Ubuntu Sans"/>
                <a:cs typeface="Ubuntu Sans"/>
              </a:rPr>
              <a:t> и показва кое лекарство трябва да се вземе.</a:t>
            </a:r>
            <a:endParaRPr lang="bg-BG">
              <a:solidFill>
                <a:schemeClr val="bg1"/>
              </a:solidFill>
              <a:latin typeface="Ubuntu Sans"/>
              <a:ea typeface="Ubuntu Sans"/>
              <a:cs typeface="Ubuntu Sans"/>
            </a:endParaRPr>
          </a:p>
          <a:p>
            <a:pPr>
              <a:defRPr/>
            </a:pPr>
            <a:r>
              <a:rPr lang="bg-BG" sz="2800" b="0" i="0" u="none" strike="noStrike" cap="none" spc="0">
                <a:solidFill>
                  <a:schemeClr val="bg1"/>
                </a:solidFill>
                <a:latin typeface="Ubuntu Sans"/>
                <a:ea typeface="Ubuntu Sans"/>
                <a:cs typeface="Ubuntu Sans"/>
              </a:rPr>
              <a:t>Направихме</a:t>
            </a:r>
            <a:r>
              <a:rPr lang="bg-BG">
                <a:solidFill>
                  <a:schemeClr val="bg1"/>
                </a:solidFill>
                <a:latin typeface="Ubuntu Sans"/>
                <a:cs typeface="Ubuntu Sans"/>
              </a:rPr>
              <a:t> и сайт, който да се свърже с кутията и да нагласи</a:t>
            </a:r>
            <a:r>
              <a:rPr lang="bg-BG">
                <a:solidFill>
                  <a:schemeClr val="bg1"/>
                </a:solidFill>
                <a:latin typeface="Ubuntu Sans"/>
                <a:cs typeface="Ubuntu Sans"/>
              </a:rPr>
              <a:t> всички специфики.</a:t>
            </a:r>
            <a:endParaRPr lang="bg-BG">
              <a:solidFill>
                <a:schemeClr val="bg1"/>
              </a:solidFill>
              <a:latin typeface="Ubuntu Sans"/>
              <a:cs typeface="Ubuntu Sans"/>
            </a:endParaRPr>
          </a:p>
          <a:p>
            <a:pPr marL="0" indent="0">
              <a:buFont typeface="Arial"/>
              <a:buNone/>
              <a:defRPr/>
            </a:pPr>
            <a:endParaRPr lang="bg-BG">
              <a:solidFill>
                <a:schemeClr val="bg1"/>
              </a:solidFill>
              <a:latin typeface="Ubuntu Sans"/>
              <a:cs typeface="Ubuntu Sans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91512369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bg-BG" b="1">
                <a:solidFill>
                  <a:schemeClr val="bg1"/>
                </a:solidFill>
                <a:latin typeface="Ubuntu Sans"/>
                <a:ea typeface="Ubuntu Sans"/>
                <a:cs typeface="Ubuntu Sans"/>
              </a:rPr>
              <a:t>Технологии</a:t>
            </a:r>
            <a:endParaRPr b="1">
              <a:solidFill>
                <a:schemeClr val="bg1"/>
              </a:solidFill>
              <a:latin typeface="Ubuntu Sans"/>
              <a:cs typeface="Ubuntu Sans"/>
            </a:endParaRPr>
          </a:p>
        </p:txBody>
      </p:sp>
      <p:pic>
        <p:nvPicPr>
          <p:cNvPr id="917229266" name="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 flipH="0" flipV="0">
            <a:off x="897730" y="1959000"/>
            <a:ext cx="2038349" cy="2038349"/>
          </a:xfrm>
          <a:prstGeom prst="rect">
            <a:avLst/>
          </a:prstGeom>
        </p:spPr>
      </p:pic>
      <p:pic>
        <p:nvPicPr>
          <p:cNvPr id="1596485865" name=""/>
          <p:cNvPicPr>
            <a:picLocks noChangeAspect="1"/>
          </p:cNvPicPr>
          <p:nvPr/>
        </p:nvPicPr>
        <p:blipFill rotWithShape="1">
          <a:blip r:embed="rId4"/>
          <a:srcRect l="37680" t="21864" r="36802" b="22186"/>
          <a:stretch/>
        </p:blipFill>
        <p:spPr bwMode="auto">
          <a:xfrm flipH="0" flipV="0">
            <a:off x="3311156" y="1595437"/>
            <a:ext cx="1835040" cy="2574975"/>
          </a:xfrm>
          <a:prstGeom prst="rect">
            <a:avLst/>
          </a:prstGeom>
        </p:spPr>
      </p:pic>
      <p:pic>
        <p:nvPicPr>
          <p:cNvPr id="1502131874" name=""/>
          <p:cNvPicPr>
            <a:picLocks noChangeAspect="1"/>
          </p:cNvPicPr>
          <p:nvPr/>
        </p:nvPicPr>
        <p:blipFill rotWithShape="1">
          <a:blip r:embed="rId5"/>
          <a:stretch/>
        </p:blipFill>
        <p:spPr bwMode="auto">
          <a:xfrm flipH="0" flipV="0">
            <a:off x="4952999" y="1959000"/>
            <a:ext cx="2362967" cy="2362967"/>
          </a:xfrm>
          <a:prstGeom prst="rect">
            <a:avLst/>
          </a:prstGeom>
        </p:spPr>
      </p:pic>
      <p:pic>
        <p:nvPicPr>
          <p:cNvPr id="1879026733" name=""/>
          <p:cNvPicPr>
            <a:picLocks noChangeAspect="1"/>
          </p:cNvPicPr>
          <p:nvPr/>
        </p:nvPicPr>
        <p:blipFill rotWithShape="1">
          <a:blip r:embed="rId6"/>
          <a:stretch/>
        </p:blipFill>
        <p:spPr bwMode="auto">
          <a:xfrm flipH="0" flipV="0">
            <a:off x="6182108" y="1729594"/>
            <a:ext cx="4075376" cy="2306662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9157479" name="Title 1"/>
          <p:cNvSpPr>
            <a:spLocks noGrp="1"/>
          </p:cNvSpPr>
          <p:nvPr>
            <p:ph type="title"/>
          </p:nvPr>
        </p:nvSpPr>
        <p:spPr bwMode="auto">
          <a:xfrm>
            <a:off x="528637" y="365124"/>
            <a:ext cx="10515600" cy="1325562"/>
          </a:xfrm>
        </p:spPr>
        <p:txBody>
          <a:bodyPr/>
          <a:lstStyle/>
          <a:p>
            <a:pPr>
              <a:defRPr/>
            </a:pPr>
            <a:r>
              <a:rPr lang="bg-BG" b="1">
                <a:solidFill>
                  <a:schemeClr val="bg1"/>
                </a:solidFill>
                <a:latin typeface="Ubuntu Sans"/>
                <a:ea typeface="Ubuntu Sans"/>
                <a:cs typeface="Ubuntu Sans"/>
              </a:rPr>
              <a:t>Блокова схема</a:t>
            </a:r>
            <a:endParaRPr b="1">
              <a:solidFill>
                <a:schemeClr val="bg1"/>
              </a:solidFill>
              <a:latin typeface="Ubuntu Sans"/>
              <a:cs typeface="Ubuntu Sans"/>
            </a:endParaRPr>
          </a:p>
        </p:txBody>
      </p:sp>
      <p:pic>
        <p:nvPicPr>
          <p:cNvPr id="1698191021" name="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 flipH="0" flipV="0">
            <a:off x="1937963" y="1476375"/>
            <a:ext cx="8316073" cy="4818809"/>
          </a:xfrm>
          <a:prstGeom prst="rect">
            <a:avLst/>
          </a:prstGeom>
          <a:ln w="12700">
            <a:solidFill>
              <a:schemeClr val="tx1"/>
            </a:solidFill>
            <a:prstDash val="solid"/>
          </a:ln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28107323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bg-BG" b="1">
                <a:solidFill>
                  <a:schemeClr val="bg1"/>
                </a:solidFill>
                <a:latin typeface="Ubuntu Sans"/>
                <a:ea typeface="Ubuntu Sans"/>
                <a:cs typeface="Ubuntu Sans"/>
              </a:rPr>
              <a:t>Принципна електрическа схема</a:t>
            </a:r>
            <a:endParaRPr b="1">
              <a:solidFill>
                <a:schemeClr val="bg1"/>
              </a:solidFill>
              <a:latin typeface="Ubuntu Sans"/>
              <a:cs typeface="Ubuntu Sans"/>
            </a:endParaRPr>
          </a:p>
        </p:txBody>
      </p:sp>
      <p:pic>
        <p:nvPicPr>
          <p:cNvPr id="1277749863" name="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 flipH="0" flipV="0">
            <a:off x="1991258" y="1690687"/>
            <a:ext cx="8209483" cy="4762499"/>
          </a:xfrm>
          <a:prstGeom prst="rect">
            <a:avLst/>
          </a:prstGeom>
          <a:ln w="12700">
            <a:solidFill>
              <a:schemeClr val="tx1"/>
            </a:solidFill>
            <a:prstDash val="solid"/>
          </a:ln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69801252" name=""/>
          <p:cNvSpPr txBox="1"/>
          <p:nvPr/>
        </p:nvSpPr>
        <p:spPr bwMode="auto">
          <a:xfrm rot="0" flipH="0" flipV="0">
            <a:off x="2239349" y="2074905"/>
            <a:ext cx="7420694" cy="1189080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lang="bg-BG" sz="7200" b="1">
                <a:solidFill>
                  <a:schemeClr val="bg1"/>
                </a:solidFill>
                <a:latin typeface="Ubuntu Sans"/>
                <a:ea typeface="Ubuntu Sans"/>
                <a:cs typeface="Ubuntu Sans"/>
              </a:rPr>
              <a:t>Демонстрация</a:t>
            </a:r>
            <a:endParaRPr sz="7200" b="1">
              <a:solidFill>
                <a:schemeClr val="bg1"/>
              </a:solidFill>
              <a:latin typeface="Ubuntu Sans"/>
              <a:cs typeface="Ubuntu Sans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43915878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bg-BG" b="1">
                <a:solidFill>
                  <a:schemeClr val="bg1"/>
                </a:solidFill>
                <a:latin typeface="Ubuntu Sans"/>
                <a:ea typeface="Ubuntu Sans"/>
                <a:cs typeface="Ubuntu Sans"/>
              </a:rPr>
              <a:t>Анализ на живота на батерията</a:t>
            </a:r>
            <a:endParaRPr b="1">
              <a:solidFill>
                <a:schemeClr val="bg1"/>
              </a:solidFill>
              <a:latin typeface="Ubuntu Sans"/>
              <a:cs typeface="Ubuntu Sans"/>
            </a:endParaRPr>
          </a:p>
        </p:txBody>
      </p:sp>
      <p:sp>
        <p:nvSpPr>
          <p:cNvPr id="713705419" name="Content Placeholder 2"/>
          <p:cNvSpPr>
            <a:spLocks noGrp="1"/>
          </p:cNvSpPr>
          <p:nvPr>
            <p:ph idx="1"/>
          </p:nvPr>
        </p:nvSpPr>
        <p:spPr bwMode="auto">
          <a:xfrm>
            <a:off x="445293" y="1575593"/>
            <a:ext cx="10515600" cy="4351338"/>
          </a:xfrm>
        </p:spPr>
        <p:txBody>
          <a:bodyPr/>
          <a:lstStyle/>
          <a:p>
            <a:pPr>
              <a:defRPr/>
            </a:pPr>
            <a:r>
              <a:rPr lang="bg-BG">
                <a:solidFill>
                  <a:schemeClr val="bg1"/>
                </a:solidFill>
                <a:latin typeface="Ubuntu Sans"/>
                <a:ea typeface="Ubuntu Sans"/>
                <a:cs typeface="Ubuntu Sans"/>
              </a:rPr>
              <a:t>Капацитет: </a:t>
            </a:r>
            <a:r>
              <a:rPr lang="en-US">
                <a:solidFill>
                  <a:schemeClr val="bg1"/>
                </a:solidFill>
                <a:latin typeface="Ubuntu Sans"/>
                <a:ea typeface="Ubuntu Sans"/>
                <a:cs typeface="Ubuntu Sans"/>
              </a:rPr>
              <a:t>600 mAh</a:t>
            </a:r>
            <a:endParaRPr lang="en-US">
              <a:solidFill>
                <a:schemeClr val="bg1"/>
              </a:solidFill>
              <a:latin typeface="Ubuntu Sans"/>
              <a:ea typeface="Ubuntu Sans"/>
              <a:cs typeface="Ubuntu Sans"/>
            </a:endParaRPr>
          </a:p>
          <a:p>
            <a:pPr>
              <a:defRPr/>
            </a:pPr>
            <a:r>
              <a:rPr lang="bg-BG">
                <a:solidFill>
                  <a:schemeClr val="bg1"/>
                </a:solidFill>
                <a:latin typeface="Ubuntu Sans"/>
                <a:ea typeface="Ubuntu Sans"/>
                <a:cs typeface="Ubuntu Sans"/>
              </a:rPr>
              <a:t>Изчисления – спрямо целодневна работа на проекта</a:t>
            </a:r>
            <a:endParaRPr lang="bg-BG">
              <a:solidFill>
                <a:schemeClr val="bg1"/>
              </a:solidFill>
              <a:latin typeface="Ubuntu Sans"/>
              <a:ea typeface="Ubuntu Sans"/>
              <a:cs typeface="Ubuntu Sans"/>
            </a:endParaRPr>
          </a:p>
          <a:p>
            <a:pPr>
              <a:defRPr/>
            </a:pPr>
            <a:r>
              <a:rPr lang="bg-BG">
                <a:solidFill>
                  <a:schemeClr val="bg1"/>
                </a:solidFill>
                <a:latin typeface="Ubuntu Sans"/>
                <a:ea typeface="Ubuntu Sans"/>
                <a:cs typeface="Ubuntu Sans"/>
              </a:rPr>
              <a:t>Консумация на ток:</a:t>
            </a:r>
            <a:endParaRPr lang="bg-BG">
              <a:solidFill>
                <a:schemeClr val="bg1"/>
              </a:solidFill>
              <a:latin typeface="Ubuntu Sans"/>
              <a:ea typeface="Ubuntu Sans"/>
              <a:cs typeface="Ubuntu Sans"/>
            </a:endParaRPr>
          </a:p>
          <a:p>
            <a:pPr marL="457200" lvl="1" indent="0">
              <a:buFont typeface="Arial"/>
              <a:buNone/>
              <a:defRPr/>
            </a:pPr>
            <a:r>
              <a:rPr sz="2800" b="0" i="0" u="none">
                <a:solidFill>
                  <a:schemeClr val="bg1"/>
                </a:solidFill>
                <a:latin typeface="Ubuntu Sans"/>
                <a:ea typeface="Ubuntu Sans"/>
                <a:cs typeface="Ubuntu Sans"/>
              </a:rPr>
              <a:t>Arduino Uno R4: 140 mA </a:t>
            </a:r>
            <a:endParaRPr sz="2800" b="0" i="0" u="none">
              <a:solidFill>
                <a:schemeClr val="bg1"/>
              </a:solidFill>
              <a:latin typeface="Ubuntu Sans"/>
              <a:ea typeface="Ubuntu Sans"/>
              <a:cs typeface="Ubuntu Sans"/>
            </a:endParaRPr>
          </a:p>
          <a:p>
            <a:pPr marL="457200" lvl="1" indent="0">
              <a:buFont typeface="Arial"/>
              <a:buNone/>
              <a:defRPr/>
            </a:pPr>
            <a:r>
              <a:rPr sz="2800" b="0" i="0" u="none">
                <a:solidFill>
                  <a:schemeClr val="bg1"/>
                </a:solidFill>
                <a:latin typeface="Ubuntu Sans"/>
                <a:ea typeface="Ubuntu Sans"/>
                <a:cs typeface="Ubuntu Sans"/>
              </a:rPr>
              <a:t>2xLEDs и зумери(Средно работят по 1 час на ден): 80 mA</a:t>
            </a:r>
            <a:endParaRPr sz="2800" b="0" i="0" u="none">
              <a:solidFill>
                <a:schemeClr val="bg1"/>
              </a:solidFill>
              <a:latin typeface="Ubuntu Sans"/>
              <a:ea typeface="Ubuntu Sans"/>
              <a:cs typeface="Ubuntu Sans"/>
            </a:endParaRPr>
          </a:p>
          <a:p>
            <a:pPr marL="457200" lvl="1" indent="0">
              <a:buFont typeface="Arial"/>
              <a:buNone/>
              <a:defRPr/>
            </a:pPr>
            <a:r>
              <a:rPr sz="2800" b="0" i="0" u="none">
                <a:solidFill>
                  <a:schemeClr val="bg1"/>
                </a:solidFill>
                <a:latin typeface="Ubuntu Sans"/>
                <a:ea typeface="Ubuntu Sans"/>
                <a:cs typeface="Ubuntu Sans"/>
              </a:rPr>
              <a:t>IR Sensor: 25 mA </a:t>
            </a:r>
            <a:endParaRPr sz="2800" b="0" i="0" u="none">
              <a:solidFill>
                <a:schemeClr val="bg1"/>
              </a:solidFill>
              <a:latin typeface="Ubuntu Sans"/>
              <a:ea typeface="Ubuntu Sans"/>
              <a:cs typeface="Ubuntu Sans"/>
            </a:endParaRPr>
          </a:p>
          <a:p>
            <a:pPr marL="457200" lvl="1" indent="0">
              <a:buFont typeface="Arial"/>
              <a:buNone/>
              <a:defRPr/>
            </a:pPr>
            <a:r>
              <a:rPr sz="2800" b="0" i="0" u="none">
                <a:solidFill>
                  <a:schemeClr val="bg1"/>
                </a:solidFill>
                <a:latin typeface="Ubuntu Sans"/>
                <a:ea typeface="Ubuntu Sans"/>
                <a:cs typeface="Ubuntu Sans"/>
              </a:rPr>
              <a:t>I        =140+ (80 * 1/24)+25=168.33 mA</a:t>
            </a:r>
            <a:endParaRPr>
              <a:solidFill>
                <a:schemeClr val="bg1"/>
              </a:solidFill>
              <a:latin typeface="Ubuntu Sans"/>
              <a:cs typeface="Ubuntu Sans"/>
            </a:endParaRPr>
          </a:p>
        </p:txBody>
      </p:sp>
      <p:sp>
        <p:nvSpPr>
          <p:cNvPr id="1640567046" name=""/>
          <p:cNvSpPr txBox="1"/>
          <p:nvPr/>
        </p:nvSpPr>
        <p:spPr bwMode="auto">
          <a:xfrm rot="0" flipH="0" flipV="0">
            <a:off x="1120406" y="4574973"/>
            <a:ext cx="1988703" cy="366120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lang="en-US" sz="1800" b="0" i="0" u="none" strike="noStrike" cap="none" spc="0">
                <a:solidFill>
                  <a:schemeClr val="bg1"/>
                </a:solidFill>
                <a:latin typeface="Ubuntu Sans"/>
                <a:ea typeface="Ubuntu Sans"/>
                <a:cs typeface="Ubuntu Sans"/>
              </a:rPr>
              <a:t>total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14271399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bg-BG" b="1">
                <a:solidFill>
                  <a:schemeClr val="bg1"/>
                </a:solidFill>
                <a:latin typeface="Ubuntu Sans"/>
                <a:ea typeface="Ubuntu Sans"/>
                <a:cs typeface="Ubuntu Sans"/>
              </a:rPr>
              <a:t>Процес на разработка:</a:t>
            </a:r>
            <a:endParaRPr b="1">
              <a:solidFill>
                <a:schemeClr val="bg1"/>
              </a:solidFill>
              <a:latin typeface="Ubuntu Sans"/>
              <a:cs typeface="Ubuntu Sans"/>
            </a:endParaRPr>
          </a:p>
        </p:txBody>
      </p:sp>
      <p:sp>
        <p:nvSpPr>
          <p:cNvPr id="978778887" name="Content Placeholder 2"/>
          <p:cNvSpPr>
            <a:spLocks noGrp="1"/>
          </p:cNvSpPr>
          <p:nvPr>
            <p:ph idx="1"/>
          </p:nvPr>
        </p:nvSpPr>
        <p:spPr bwMode="auto">
          <a:xfrm flipH="0" flipV="0">
            <a:off x="419099" y="1825624"/>
            <a:ext cx="2734649" cy="4351338"/>
          </a:xfrm>
        </p:spPr>
        <p:txBody>
          <a:bodyPr/>
          <a:lstStyle/>
          <a:p>
            <a:pPr marL="0" indent="0" algn="ctr">
              <a:buFont typeface="Arial"/>
              <a:buNone/>
              <a:defRPr/>
            </a:pPr>
            <a:r>
              <a:rPr lang="bg-BG" sz="2600" u="sng">
                <a:solidFill>
                  <a:schemeClr val="bg1"/>
                </a:solidFill>
                <a:latin typeface="Ubuntu Sans"/>
                <a:ea typeface="Ubuntu Sans"/>
                <a:cs typeface="Ubuntu Sans"/>
              </a:rPr>
              <a:t>Сряда</a:t>
            </a:r>
            <a:endParaRPr sz="2600">
              <a:solidFill>
                <a:schemeClr val="bg1"/>
              </a:solidFill>
              <a:latin typeface="Ubuntu Sans"/>
              <a:cs typeface="Ubuntu Sans"/>
            </a:endParaRPr>
          </a:p>
          <a:p>
            <a:pPr marL="0" indent="0" algn="ctr">
              <a:buFont typeface="Arial"/>
              <a:buNone/>
              <a:defRPr/>
            </a:pPr>
            <a:r>
              <a:rPr lang="en-US" sz="2600">
                <a:solidFill>
                  <a:schemeClr val="bg1"/>
                </a:solidFill>
                <a:latin typeface="Ubuntu Sans"/>
                <a:ea typeface="Ubuntu Sans"/>
                <a:cs typeface="Ubuntu Sans"/>
              </a:rPr>
              <a:t>Brainstorming </a:t>
            </a:r>
            <a:r>
              <a:rPr lang="bg-BG" sz="2600">
                <a:solidFill>
                  <a:schemeClr val="bg1"/>
                </a:solidFill>
                <a:latin typeface="Ubuntu Sans"/>
                <a:ea typeface="Ubuntu Sans"/>
                <a:cs typeface="Ubuntu Sans"/>
              </a:rPr>
              <a:t>за идея</a:t>
            </a:r>
            <a:endParaRPr sz="2600">
              <a:solidFill>
                <a:schemeClr val="bg1"/>
              </a:solidFill>
              <a:latin typeface="Ubuntu Sans"/>
              <a:ea typeface="Ubuntu Sans"/>
              <a:cs typeface="Ubuntu Sans"/>
            </a:endParaRPr>
          </a:p>
          <a:p>
            <a:pPr marL="0" indent="0" algn="ctr">
              <a:buFont typeface="Arial"/>
              <a:buNone/>
              <a:defRPr/>
            </a:pPr>
            <a:r>
              <a:rPr lang="bg-BG" sz="2600">
                <a:solidFill>
                  <a:schemeClr val="bg1"/>
                </a:solidFill>
                <a:latin typeface="Ubuntu Sans"/>
                <a:ea typeface="Ubuntu Sans"/>
                <a:cs typeface="Ubuntu Sans"/>
              </a:rPr>
              <a:t>3</a:t>
            </a:r>
            <a:r>
              <a:rPr lang="en-US" sz="2600">
                <a:solidFill>
                  <a:schemeClr val="bg1"/>
                </a:solidFill>
                <a:latin typeface="Ubuntu Sans"/>
                <a:ea typeface="Ubuntu Sans"/>
                <a:cs typeface="Ubuntu Sans"/>
              </a:rPr>
              <a:t>D </a:t>
            </a:r>
            <a:r>
              <a:rPr lang="bg-BG" sz="2600">
                <a:solidFill>
                  <a:schemeClr val="bg1"/>
                </a:solidFill>
                <a:latin typeface="Ubuntu Sans"/>
                <a:ea typeface="Ubuntu Sans"/>
                <a:cs typeface="Ubuntu Sans"/>
              </a:rPr>
              <a:t>модел и принтиране </a:t>
            </a:r>
            <a:endParaRPr sz="2600">
              <a:solidFill>
                <a:schemeClr val="bg1"/>
              </a:solidFill>
              <a:latin typeface="Ubuntu Sans"/>
              <a:ea typeface="Ubuntu Sans"/>
              <a:cs typeface="Ubuntu Sans"/>
            </a:endParaRPr>
          </a:p>
          <a:p>
            <a:pPr marL="0" indent="0" algn="ctr">
              <a:buFont typeface="Arial"/>
              <a:buNone/>
              <a:defRPr/>
            </a:pPr>
            <a:r>
              <a:rPr lang="bg-BG" sz="2600">
                <a:solidFill>
                  <a:schemeClr val="bg1"/>
                </a:solidFill>
                <a:latin typeface="Ubuntu Sans"/>
                <a:ea typeface="Ubuntu Sans"/>
                <a:cs typeface="Ubuntu Sans"/>
              </a:rPr>
              <a:t>Създаване на няколко скици на сайта</a:t>
            </a:r>
            <a:endParaRPr>
              <a:solidFill>
                <a:schemeClr val="bg1"/>
              </a:solidFill>
              <a:latin typeface="Ubuntu Sans"/>
              <a:cs typeface="Ubuntu Sans"/>
            </a:endParaRPr>
          </a:p>
        </p:txBody>
      </p:sp>
      <p:sp>
        <p:nvSpPr>
          <p:cNvPr id="39772373" name="Content Placeholder 2"/>
          <p:cNvSpPr>
            <a:spLocks noGrp="1"/>
          </p:cNvSpPr>
          <p:nvPr/>
        </p:nvSpPr>
        <p:spPr bwMode="auto">
          <a:xfrm flipH="0" flipV="0">
            <a:off x="3361350" y="1825624"/>
            <a:ext cx="2734648" cy="4351338"/>
          </a:xfr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>
              <a:lnSpc>
                <a:spcPct val="90000"/>
              </a:lnSpc>
              <a:spcBef>
                <a:spcPts val="999"/>
              </a:spcBef>
              <a:buFont typeface="Arial"/>
              <a:buChar char="•"/>
              <a:defRPr sz="2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>
              <a:lnSpc>
                <a:spcPct val="90000"/>
              </a:lnSpc>
              <a:spcBef>
                <a:spcPts val="499"/>
              </a:spcBef>
              <a:buFont typeface="Arial"/>
              <a:buChar char="•"/>
              <a:defRPr sz="2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>
              <a:lnSpc>
                <a:spcPct val="90000"/>
              </a:lnSpc>
              <a:spcBef>
                <a:spcPts val="499"/>
              </a:spcBef>
              <a:buFont typeface="Arial"/>
              <a:buChar char="•"/>
              <a:defRPr sz="20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>
              <a:lnSpc>
                <a:spcPct val="90000"/>
              </a:lnSpc>
              <a:spcBef>
                <a:spcPts val="499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>
              <a:lnSpc>
                <a:spcPct val="90000"/>
              </a:lnSpc>
              <a:spcBef>
                <a:spcPts val="499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599" indent="-228600" algn="l" defTabSz="914400" rtl="0">
              <a:lnSpc>
                <a:spcPct val="90000"/>
              </a:lnSpc>
              <a:spcBef>
                <a:spcPts val="499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>
              <a:lnSpc>
                <a:spcPct val="90000"/>
              </a:lnSpc>
              <a:spcBef>
                <a:spcPts val="499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>
              <a:lnSpc>
                <a:spcPct val="90000"/>
              </a:lnSpc>
              <a:spcBef>
                <a:spcPts val="499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>
              <a:lnSpc>
                <a:spcPct val="90000"/>
              </a:lnSpc>
              <a:spcBef>
                <a:spcPts val="499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/>
              <a:buNone/>
              <a:defRPr/>
            </a:pPr>
            <a:r>
              <a:rPr lang="bg-BG" sz="2600" u="sng">
                <a:solidFill>
                  <a:schemeClr val="bg1"/>
                </a:solidFill>
                <a:latin typeface="Ubuntu Sans"/>
                <a:ea typeface="Ubuntu Sans"/>
                <a:cs typeface="Ubuntu Sans"/>
              </a:rPr>
              <a:t>Четвъртък</a:t>
            </a:r>
            <a:endParaRPr sz="2600">
              <a:solidFill>
                <a:schemeClr val="bg1"/>
              </a:solidFill>
              <a:latin typeface="Ubuntu Sans"/>
              <a:cs typeface="Ubuntu Sans"/>
            </a:endParaRPr>
          </a:p>
          <a:p>
            <a:pPr marL="0" indent="0" algn="ctr">
              <a:buFont typeface="Arial"/>
              <a:buNone/>
              <a:defRPr/>
            </a:pPr>
            <a:r>
              <a:rPr lang="bg-BG">
                <a:solidFill>
                  <a:schemeClr val="bg1"/>
                </a:solidFill>
                <a:latin typeface="Ubuntu Sans"/>
                <a:cs typeface="Ubuntu Sans"/>
              </a:rPr>
              <a:t>Създаване на сайта и правене на основния код</a:t>
            </a:r>
            <a:endParaRPr lang="bg-BG">
              <a:solidFill>
                <a:schemeClr val="bg1"/>
              </a:solidFill>
              <a:latin typeface="Ubuntu Sans"/>
              <a:cs typeface="Ubuntu Sans"/>
            </a:endParaRPr>
          </a:p>
          <a:p>
            <a:pPr marL="0" indent="0" algn="ctr">
              <a:buFont typeface="Arial"/>
              <a:buNone/>
              <a:defRPr/>
            </a:pPr>
            <a:r>
              <a:rPr lang="bg-BG">
                <a:solidFill>
                  <a:schemeClr val="bg1"/>
                </a:solidFill>
                <a:latin typeface="Ubuntu Sans"/>
                <a:cs typeface="Ubuntu Sans"/>
              </a:rPr>
              <a:t>Рисуване на дизайнове и лого</a:t>
            </a:r>
            <a:endParaRPr>
              <a:solidFill>
                <a:schemeClr val="bg1"/>
              </a:solidFill>
              <a:latin typeface="Ubuntu Sans"/>
              <a:cs typeface="Ubuntu Sans"/>
            </a:endParaRPr>
          </a:p>
        </p:txBody>
      </p:sp>
      <p:sp>
        <p:nvSpPr>
          <p:cNvPr id="1959674507" name="Content Placeholder 2"/>
          <p:cNvSpPr>
            <a:spLocks noGrp="1"/>
          </p:cNvSpPr>
          <p:nvPr/>
        </p:nvSpPr>
        <p:spPr bwMode="auto">
          <a:xfrm flipH="0" flipV="0">
            <a:off x="6534149" y="1825624"/>
            <a:ext cx="2734648" cy="4351338"/>
          </a:xfr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>
              <a:lnSpc>
                <a:spcPct val="90000"/>
              </a:lnSpc>
              <a:spcBef>
                <a:spcPts val="999"/>
              </a:spcBef>
              <a:buFont typeface="Arial"/>
              <a:buChar char="•"/>
              <a:defRPr sz="2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>
              <a:lnSpc>
                <a:spcPct val="90000"/>
              </a:lnSpc>
              <a:spcBef>
                <a:spcPts val="499"/>
              </a:spcBef>
              <a:buFont typeface="Arial"/>
              <a:buChar char="•"/>
              <a:defRPr sz="2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>
              <a:lnSpc>
                <a:spcPct val="90000"/>
              </a:lnSpc>
              <a:spcBef>
                <a:spcPts val="499"/>
              </a:spcBef>
              <a:buFont typeface="Arial"/>
              <a:buChar char="•"/>
              <a:defRPr sz="20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>
              <a:lnSpc>
                <a:spcPct val="90000"/>
              </a:lnSpc>
              <a:spcBef>
                <a:spcPts val="499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>
              <a:lnSpc>
                <a:spcPct val="90000"/>
              </a:lnSpc>
              <a:spcBef>
                <a:spcPts val="499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599" indent="-228600" algn="l" defTabSz="914400" rtl="0">
              <a:lnSpc>
                <a:spcPct val="90000"/>
              </a:lnSpc>
              <a:spcBef>
                <a:spcPts val="499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>
              <a:lnSpc>
                <a:spcPct val="90000"/>
              </a:lnSpc>
              <a:spcBef>
                <a:spcPts val="499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>
              <a:lnSpc>
                <a:spcPct val="90000"/>
              </a:lnSpc>
              <a:spcBef>
                <a:spcPts val="499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>
              <a:lnSpc>
                <a:spcPct val="90000"/>
              </a:lnSpc>
              <a:spcBef>
                <a:spcPts val="499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/>
              <a:buNone/>
              <a:defRPr/>
            </a:pPr>
            <a:r>
              <a:rPr lang="bg-BG" u="sng">
                <a:solidFill>
                  <a:schemeClr val="bg1"/>
                </a:solidFill>
                <a:latin typeface="Ubuntu Sans"/>
                <a:cs typeface="Ubuntu Sans"/>
              </a:rPr>
              <a:t>Петък</a:t>
            </a:r>
            <a:endParaRPr lang="bg-BG">
              <a:solidFill>
                <a:schemeClr val="bg1"/>
              </a:solidFill>
              <a:latin typeface="Ubuntu Sans"/>
              <a:cs typeface="Ubuntu Sans"/>
            </a:endParaRPr>
          </a:p>
          <a:p>
            <a:pPr marL="0" indent="0" algn="ctr">
              <a:buFont typeface="Arial"/>
              <a:buNone/>
              <a:defRPr/>
            </a:pPr>
            <a:r>
              <a:rPr lang="bg-BG">
                <a:solidFill>
                  <a:schemeClr val="bg1"/>
                </a:solidFill>
                <a:latin typeface="Ubuntu Sans"/>
                <a:cs typeface="Ubuntu Sans"/>
              </a:rPr>
              <a:t>Направихме проекта да функционира </a:t>
            </a:r>
            <a:endParaRPr lang="bg-BG">
              <a:solidFill>
                <a:schemeClr val="bg1"/>
              </a:solidFill>
              <a:latin typeface="Ubuntu Sans"/>
              <a:cs typeface="Ubuntu Sans"/>
            </a:endParaRPr>
          </a:p>
          <a:p>
            <a:pPr marL="0" indent="0" algn="ctr">
              <a:buFont typeface="Arial"/>
              <a:buNone/>
              <a:defRPr/>
            </a:pPr>
            <a:r>
              <a:rPr lang="en-US">
                <a:solidFill>
                  <a:schemeClr val="bg1"/>
                </a:solidFill>
                <a:latin typeface="Ubuntu Sans"/>
                <a:cs typeface="Ubuntu Sans"/>
              </a:rPr>
              <a:t>Live demo</a:t>
            </a:r>
            <a:endParaRPr lang="bg-BG">
              <a:solidFill>
                <a:schemeClr val="bg1"/>
              </a:solidFill>
              <a:latin typeface="Ubuntu Sans"/>
              <a:cs typeface="Ubuntu Sans"/>
            </a:endParaRPr>
          </a:p>
          <a:p>
            <a:pPr marL="0" indent="0" algn="ctr">
              <a:buFont typeface="Arial"/>
              <a:buNone/>
              <a:defRPr/>
            </a:pPr>
            <a:r>
              <a:rPr lang="bg-BG">
                <a:solidFill>
                  <a:schemeClr val="bg1"/>
                </a:solidFill>
                <a:latin typeface="Ubuntu Sans"/>
                <a:cs typeface="Ubuntu Sans"/>
              </a:rPr>
              <a:t>Презентация</a:t>
            </a:r>
            <a:endParaRPr>
              <a:solidFill>
                <a:schemeClr val="bg1"/>
              </a:solidFill>
              <a:latin typeface="Ubuntu Sans"/>
              <a:cs typeface="Ubuntu Sans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58362274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b="1">
                <a:solidFill>
                  <a:schemeClr val="bg1"/>
                </a:solidFill>
                <a:latin typeface="Ubuntu Sans"/>
                <a:ea typeface="Ubuntu Sans"/>
                <a:cs typeface="Ubuntu Sans"/>
              </a:rPr>
              <a:t>Medicine Man </a:t>
            </a:r>
            <a:r>
              <a:rPr lang="bg-BG" b="1">
                <a:solidFill>
                  <a:schemeClr val="bg1"/>
                </a:solidFill>
                <a:latin typeface="Ubuntu Sans"/>
                <a:ea typeface="Ubuntu Sans"/>
                <a:cs typeface="Ubuntu Sans"/>
              </a:rPr>
              <a:t>в бъдещето:</a:t>
            </a:r>
            <a:endParaRPr b="1">
              <a:solidFill>
                <a:schemeClr val="bg1"/>
              </a:solidFill>
              <a:latin typeface="Ubuntu Sans"/>
              <a:cs typeface="Ubuntu Sans"/>
            </a:endParaRPr>
          </a:p>
        </p:txBody>
      </p:sp>
      <p:sp>
        <p:nvSpPr>
          <p:cNvPr id="2020181968" name=""/>
          <p:cNvSpPr txBox="1"/>
          <p:nvPr/>
        </p:nvSpPr>
        <p:spPr bwMode="auto">
          <a:xfrm rot="0" flipH="0" flipV="0">
            <a:off x="905849" y="1895474"/>
            <a:ext cx="10439399" cy="36611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endParaRPr/>
          </a:p>
        </p:txBody>
      </p:sp>
      <p:sp>
        <p:nvSpPr>
          <p:cNvPr id="1174344096" name=""/>
          <p:cNvSpPr txBox="1"/>
          <p:nvPr/>
        </p:nvSpPr>
        <p:spPr bwMode="auto">
          <a:xfrm rot="0" flipH="0" flipV="0">
            <a:off x="905848" y="1615259"/>
            <a:ext cx="7454518" cy="4480920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marL="283879" indent="-283879">
              <a:buFont typeface="Arial"/>
              <a:buChar char="–"/>
              <a:defRPr/>
            </a:pPr>
            <a:r>
              <a:rPr lang="bg-BG" sz="2800">
                <a:solidFill>
                  <a:schemeClr val="bg1"/>
                </a:solidFill>
              </a:rPr>
              <a:t>да избереш модел на кутията (и колко раздела има в нея)</a:t>
            </a:r>
            <a:endParaRPr sz="2800">
              <a:solidFill>
                <a:schemeClr val="bg1"/>
              </a:solidFill>
            </a:endParaRPr>
          </a:p>
          <a:p>
            <a:pPr marL="283879" indent="-283879">
              <a:buFont typeface="Arial"/>
              <a:buChar char="–"/>
              <a:defRPr/>
            </a:pPr>
            <a:r>
              <a:rPr lang="bg-BG" sz="2800">
                <a:solidFill>
                  <a:schemeClr val="bg1"/>
                </a:solidFill>
              </a:rPr>
              <a:t>при 5 минути без изключване на алармата се звъни на извънреден контакт</a:t>
            </a:r>
            <a:endParaRPr sz="2800">
              <a:solidFill>
                <a:schemeClr val="bg1"/>
              </a:solidFill>
            </a:endParaRPr>
          </a:p>
          <a:p>
            <a:pPr marL="283879" indent="-283879">
              <a:buFont typeface="Arial"/>
              <a:buChar char="–"/>
              <a:defRPr/>
            </a:pPr>
            <a:r>
              <a:rPr lang="bg-BG" sz="2800">
                <a:solidFill>
                  <a:schemeClr val="bg1"/>
                </a:solidFill>
              </a:rPr>
              <a:t>да може да се избира всякаква песен за алармата </a:t>
            </a:r>
            <a:endParaRPr lang="bg-BG" sz="2800">
              <a:solidFill>
                <a:schemeClr val="bg1"/>
              </a:solidFill>
            </a:endParaRPr>
          </a:p>
          <a:p>
            <a:pPr marL="283878" indent="-283878">
              <a:buFont typeface="Arial"/>
              <a:buChar char="–"/>
              <a:defRPr/>
            </a:pPr>
            <a:r>
              <a:rPr lang="bg-BG" sz="2800">
                <a:solidFill>
                  <a:schemeClr val="bg1"/>
                </a:solidFill>
              </a:rPr>
              <a:t>сензор за тежест, който разбира дали са взети лекарствата</a:t>
            </a:r>
            <a:endParaRPr lang="bg-BG">
              <a:solidFill>
                <a:schemeClr val="bg1"/>
              </a:solidFill>
            </a:endParaRPr>
          </a:p>
          <a:p>
            <a:pPr marL="283879" indent="-283879">
              <a:buFont typeface="Arial"/>
              <a:buChar char="–"/>
              <a:defRPr/>
            </a:pPr>
            <a:endParaRPr>
              <a:solidFill>
                <a:schemeClr val="bg1"/>
              </a:solidFill>
            </a:endParaRPr>
          </a:p>
          <a:p>
            <a:pPr>
              <a:defRPr/>
            </a:pPr>
            <a:endParaRPr>
              <a:solidFill>
                <a:schemeClr val="bg1"/>
              </a:solidFill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1537487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bg-BG" b="1">
                <a:solidFill>
                  <a:schemeClr val="bg1"/>
                </a:solidFill>
                <a:latin typeface="Ubuntu Sans"/>
                <a:ea typeface="Ubuntu Sans"/>
                <a:cs typeface="Ubuntu Sans"/>
              </a:rPr>
              <a:t>Нашето преживяване</a:t>
            </a:r>
            <a:endParaRPr/>
          </a:p>
        </p:txBody>
      </p:sp>
      <p:sp>
        <p:nvSpPr>
          <p:cNvPr id="2098803672" name=""/>
          <p:cNvSpPr txBox="1"/>
          <p:nvPr/>
        </p:nvSpPr>
        <p:spPr bwMode="auto">
          <a:xfrm rot="0" flipH="0" flipV="0">
            <a:off x="477222" y="1614485"/>
            <a:ext cx="9157231" cy="335315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marL="283879" indent="-283879">
              <a:buFont typeface="Arial"/>
              <a:buChar char="–"/>
              <a:defRPr/>
            </a:pPr>
            <a:r>
              <a:rPr lang="bg-BG" sz="2800" b="0">
                <a:solidFill>
                  <a:schemeClr val="bg1"/>
                </a:solidFill>
                <a:latin typeface="Ubuntu Sans"/>
                <a:ea typeface="Ubuntu Sans"/>
                <a:cs typeface="Ubuntu Sans"/>
              </a:rPr>
              <a:t>За нас беше едно много </a:t>
            </a:r>
            <a:r>
              <a:rPr lang="en-US" sz="2800" b="0" i="1" u="sng">
                <a:solidFill>
                  <a:schemeClr val="bg1"/>
                </a:solidFill>
                <a:latin typeface="Ubuntu Sans"/>
                <a:ea typeface="Ubuntu Sans"/>
                <a:cs typeface="Ubuntu Sans"/>
              </a:rPr>
              <a:t>BIZZARE</a:t>
            </a:r>
            <a:r>
              <a:rPr lang="en-US" sz="2800" b="0">
                <a:solidFill>
                  <a:schemeClr val="bg1"/>
                </a:solidFill>
                <a:latin typeface="Ubuntu Sans"/>
                <a:ea typeface="Ubuntu Sans"/>
                <a:cs typeface="Ubuntu Sans"/>
              </a:rPr>
              <a:t> </a:t>
            </a:r>
            <a:r>
              <a:rPr lang="bg-BG" sz="2800" b="0">
                <a:solidFill>
                  <a:schemeClr val="bg1"/>
                </a:solidFill>
                <a:latin typeface="Ubuntu Sans"/>
                <a:ea typeface="Ubuntu Sans"/>
                <a:cs typeface="Ubuntu Sans"/>
              </a:rPr>
              <a:t>преживяване</a:t>
            </a:r>
            <a:endParaRPr sz="2800" b="0">
              <a:solidFill>
                <a:schemeClr val="bg1"/>
              </a:solidFill>
              <a:latin typeface="Ubuntu Sans"/>
              <a:ea typeface="Ubuntu Sans"/>
              <a:cs typeface="Ubuntu Sans"/>
            </a:endParaRPr>
          </a:p>
          <a:p>
            <a:pPr marL="283879" indent="-283879">
              <a:buFont typeface="Arial"/>
              <a:buChar char="–"/>
              <a:defRPr/>
            </a:pPr>
            <a:r>
              <a:rPr lang="bg-BG" sz="2800" b="0">
                <a:solidFill>
                  <a:schemeClr val="bg1"/>
                </a:solidFill>
                <a:latin typeface="Ubuntu Sans"/>
                <a:ea typeface="Ubuntu Sans"/>
                <a:cs typeface="Ubuntu Sans"/>
              </a:rPr>
              <a:t>Истински </a:t>
            </a:r>
            <a:r>
              <a:rPr lang="en-US" sz="2800" b="0" i="1" u="sng">
                <a:solidFill>
                  <a:schemeClr val="bg1"/>
                </a:solidFill>
                <a:latin typeface="Ubuntu Sans"/>
                <a:ea typeface="Ubuntu Sans"/>
                <a:cs typeface="Ubuntu Sans"/>
              </a:rPr>
              <a:t>ADVENTURE</a:t>
            </a:r>
            <a:r>
              <a:rPr lang="en-US" sz="2800" b="0">
                <a:solidFill>
                  <a:schemeClr val="bg1"/>
                </a:solidFill>
                <a:latin typeface="Ubuntu Sans"/>
                <a:ea typeface="Ubuntu Sans"/>
                <a:cs typeface="Ubuntu Sans"/>
              </a:rPr>
              <a:t> </a:t>
            </a:r>
            <a:r>
              <a:rPr lang="bg-BG" sz="2800" b="0">
                <a:solidFill>
                  <a:schemeClr val="bg1"/>
                </a:solidFill>
                <a:latin typeface="Ubuntu Sans"/>
                <a:ea typeface="Ubuntu Sans"/>
                <a:cs typeface="Ubuntu Sans"/>
              </a:rPr>
              <a:t>в сфери, в които никога не сме работили</a:t>
            </a:r>
            <a:endParaRPr sz="2800" b="0">
              <a:solidFill>
                <a:schemeClr val="bg1"/>
              </a:solidFill>
              <a:latin typeface="Ubuntu Sans"/>
              <a:ea typeface="Ubuntu Sans"/>
              <a:cs typeface="Ubuntu Sans"/>
            </a:endParaRPr>
          </a:p>
          <a:p>
            <a:pPr marL="283879" indent="-283879">
              <a:buFont typeface="Arial"/>
              <a:buChar char="–"/>
              <a:defRPr/>
            </a:pPr>
            <a:r>
              <a:rPr lang="bg-BG" sz="2800" b="0">
                <a:solidFill>
                  <a:schemeClr val="bg1"/>
                </a:solidFill>
                <a:latin typeface="Ubuntu Sans"/>
                <a:ea typeface="Ubuntu Sans"/>
                <a:cs typeface="Ubuntu Sans"/>
              </a:rPr>
              <a:t>Половината се разболяхме</a:t>
            </a:r>
            <a:endParaRPr sz="2800" b="0">
              <a:solidFill>
                <a:schemeClr val="bg1"/>
              </a:solidFill>
              <a:latin typeface="Ubuntu Sans"/>
              <a:ea typeface="Ubuntu Sans"/>
              <a:cs typeface="Ubuntu Sans"/>
            </a:endParaRPr>
          </a:p>
          <a:p>
            <a:pPr marL="283879" indent="-283879">
              <a:buFont typeface="Arial"/>
              <a:buChar char="–"/>
              <a:defRPr/>
            </a:pPr>
            <a:r>
              <a:rPr lang="bg-BG" sz="2800" b="0">
                <a:solidFill>
                  <a:schemeClr val="bg1"/>
                </a:solidFill>
                <a:latin typeface="Ubuntu Sans"/>
                <a:ea typeface="Ubuntu Sans"/>
                <a:cs typeface="Ubuntu Sans"/>
              </a:rPr>
              <a:t>Менторът ни идваше с части само след 14 часа </a:t>
            </a:r>
            <a:endParaRPr sz="2800" b="0">
              <a:solidFill>
                <a:schemeClr val="bg1"/>
              </a:solidFill>
              <a:latin typeface="Ubuntu Sans"/>
              <a:ea typeface="Ubuntu Sans"/>
              <a:cs typeface="Ubuntu Sans"/>
            </a:endParaRPr>
          </a:p>
          <a:p>
            <a:pPr marL="283879" indent="-283879">
              <a:buFont typeface="Arial"/>
              <a:buChar char="–"/>
              <a:defRPr/>
            </a:pPr>
            <a:r>
              <a:rPr lang="bg-BG" sz="2800" b="0">
                <a:solidFill>
                  <a:schemeClr val="bg1"/>
                </a:solidFill>
                <a:latin typeface="Ubuntu Sans"/>
                <a:ea typeface="Ubuntu Sans"/>
                <a:cs typeface="Ubuntu Sans"/>
              </a:rPr>
              <a:t>Много се забавлявахме и смятаме да участваме всяка година до края на обучението ни в ТУЕС</a:t>
            </a:r>
            <a:endParaRPr lang="bg-BG" b="1">
              <a:solidFill>
                <a:schemeClr val="bg1"/>
              </a:solidFill>
              <a:latin typeface="Ubuntu Sans"/>
              <a:ea typeface="Ubuntu Sans"/>
              <a:cs typeface="Ubuntu Sans"/>
            </a:endParaRPr>
          </a:p>
          <a:p>
            <a:pPr marL="283878" indent="-283878">
              <a:buFont typeface="Arial"/>
              <a:buChar char="–"/>
              <a:defRPr/>
            </a:pPr>
            <a:endParaRPr lang="bg-BG">
              <a:solidFill>
                <a:schemeClr val="bg1"/>
              </a:solidFill>
              <a:latin typeface="Ubuntu Sans"/>
              <a:ea typeface="Ubuntu Sans"/>
              <a:cs typeface="Ubuntu Sans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057356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bg-BG" b="1">
                <a:solidFill>
                  <a:schemeClr val="bg1"/>
                </a:solidFill>
                <a:latin typeface="Ubuntu Sans"/>
                <a:ea typeface="Ubuntu Sans"/>
                <a:cs typeface="Ubuntu Sans"/>
              </a:rPr>
              <a:t>Какво научихме</a:t>
            </a:r>
            <a:endParaRPr b="1">
              <a:solidFill>
                <a:schemeClr val="bg1"/>
              </a:solidFill>
            </a:endParaRPr>
          </a:p>
        </p:txBody>
      </p:sp>
      <p:sp>
        <p:nvSpPr>
          <p:cNvPr id="888635277" name=""/>
          <p:cNvSpPr txBox="1"/>
          <p:nvPr/>
        </p:nvSpPr>
        <p:spPr bwMode="auto">
          <a:xfrm rot="0" flipH="0" flipV="0">
            <a:off x="838199" y="1630319"/>
            <a:ext cx="9513042" cy="179867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marL="283879" indent="-283879">
              <a:buFont typeface="Arial"/>
              <a:buChar char="–"/>
              <a:defRPr/>
            </a:pPr>
            <a:r>
              <a:rPr lang="bg-BG" sz="2800">
                <a:solidFill>
                  <a:schemeClr val="bg1"/>
                </a:solidFill>
                <a:latin typeface="Ubuntu Sans"/>
                <a:ea typeface="Ubuntu Sans"/>
                <a:cs typeface="Ubuntu Sans"/>
              </a:rPr>
              <a:t>работа с </a:t>
            </a:r>
            <a:r>
              <a:rPr lang="en-US" sz="2800">
                <a:solidFill>
                  <a:schemeClr val="bg1"/>
                </a:solidFill>
                <a:latin typeface="Ubuntu Sans"/>
                <a:ea typeface="Ubuntu Sans"/>
                <a:cs typeface="Ubuntu Sans"/>
              </a:rPr>
              <a:t>Arduino</a:t>
            </a:r>
            <a:endParaRPr sz="2800">
              <a:solidFill>
                <a:schemeClr val="bg1"/>
              </a:solidFill>
              <a:latin typeface="Ubuntu Sans"/>
              <a:ea typeface="Ubuntu Sans"/>
              <a:cs typeface="Ubuntu Sans"/>
            </a:endParaRPr>
          </a:p>
          <a:p>
            <a:pPr marL="283879" indent="-283879">
              <a:buFont typeface="Arial"/>
              <a:buChar char="–"/>
              <a:defRPr/>
            </a:pPr>
            <a:r>
              <a:rPr lang="en-US" sz="2800">
                <a:solidFill>
                  <a:schemeClr val="bg1"/>
                </a:solidFill>
                <a:latin typeface="Ubuntu Sans"/>
                <a:ea typeface="Ubuntu Sans"/>
                <a:cs typeface="Ubuntu Sans"/>
              </a:rPr>
              <a:t>HTML и</a:t>
            </a:r>
            <a:r>
              <a:rPr lang="bg-BG" sz="2800">
                <a:solidFill>
                  <a:schemeClr val="bg1"/>
                </a:solidFill>
                <a:latin typeface="Ubuntu Sans"/>
                <a:ea typeface="Ubuntu Sans"/>
                <a:cs typeface="Ubuntu Sans"/>
              </a:rPr>
              <a:t> създаване на сайт</a:t>
            </a:r>
            <a:endParaRPr sz="2800">
              <a:solidFill>
                <a:schemeClr val="bg1"/>
              </a:solidFill>
              <a:latin typeface="Ubuntu Sans"/>
              <a:ea typeface="Ubuntu Sans"/>
              <a:cs typeface="Ubuntu Sans"/>
            </a:endParaRPr>
          </a:p>
          <a:p>
            <a:pPr marL="283879" indent="-283879">
              <a:buFont typeface="Arial"/>
              <a:buChar char="–"/>
              <a:defRPr/>
            </a:pPr>
            <a:r>
              <a:rPr lang="bg-BG" sz="2800">
                <a:solidFill>
                  <a:schemeClr val="bg1"/>
                </a:solidFill>
                <a:latin typeface="Ubuntu Sans"/>
                <a:ea typeface="Ubuntu Sans"/>
                <a:cs typeface="Ubuntu Sans"/>
              </a:rPr>
              <a:t>как да използваме изкуствен интелект ефективно</a:t>
            </a:r>
            <a:endParaRPr sz="2800">
              <a:solidFill>
                <a:schemeClr val="bg1"/>
              </a:solidFill>
              <a:latin typeface="Ubuntu Sans"/>
              <a:ea typeface="Ubuntu Sans"/>
              <a:cs typeface="Ubuntu Sans"/>
            </a:endParaRPr>
          </a:p>
          <a:p>
            <a:pPr marL="283879" indent="-283879">
              <a:buFont typeface="Arial"/>
              <a:buChar char="–"/>
              <a:defRPr/>
            </a:pPr>
            <a:r>
              <a:rPr lang="bg-BG" sz="2800">
                <a:solidFill>
                  <a:schemeClr val="bg1"/>
                </a:solidFill>
                <a:latin typeface="Ubuntu Sans"/>
                <a:ea typeface="Ubuntu Sans"/>
                <a:cs typeface="Ubuntu Sans"/>
              </a:rPr>
              <a:t>работа в екип</a:t>
            </a:r>
            <a:endParaRPr>
              <a:solidFill>
                <a:schemeClr val="bg1"/>
              </a:solidFill>
              <a:latin typeface="Ubuntu Sans"/>
              <a:cs typeface="Ubuntu Sans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22186683" name=""/>
          <p:cNvSpPr txBox="1"/>
          <p:nvPr/>
        </p:nvSpPr>
        <p:spPr bwMode="auto">
          <a:xfrm rot="0" flipH="0" flipV="0">
            <a:off x="810599" y="1238249"/>
            <a:ext cx="9841679" cy="823320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lang="bg-BG" sz="4800">
                <a:solidFill>
                  <a:schemeClr val="bg1"/>
                </a:solidFill>
              </a:rPr>
              <a:t>Благодарим Ви за вниманието!</a:t>
            </a:r>
            <a:endParaRPr sz="4800">
              <a:solidFill>
                <a:schemeClr val="bg1"/>
              </a:solidFill>
            </a:endParaRPr>
          </a:p>
        </p:txBody>
      </p:sp>
      <p:pic>
        <p:nvPicPr>
          <p:cNvPr id="601598284" name="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 flipH="0" flipV="0">
            <a:off x="3990156" y="2304293"/>
            <a:ext cx="3482564" cy="2833851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theme/_rels/theme1.xml.rels><?xml version="1.0" encoding="UTF-8" standalone="yes"?><Relationships xmlns="http://schemas.openxmlformats.org/package/2006/relationships"></Relationships>
</file>

<file path=ppt/theme/_rels/theme2.xml.rels><?xml version="1.0" encoding="UTF-8" standalone="yes"?><Relationships xmlns="http://schemas.openxmlformats.org/package/2006/relationships"></Relationships>
</file>

<file path=ppt/theme/theme1.xml><?xml version="1.0" encoding="utf-8"?>
<a:theme xmlns:a="http://schemas.openxmlformats.org/drawingml/2006/main" xmlns:r="http://schemas.openxmlformats.org/officeDocument/2006/relationships" xmlns:p="http://schemas.openxmlformats.org/presentationml/2006/main" name="Office Theme">
  <a:themeElements>
    <a:clrScheme name="New 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Arial"/>
        <a:ea typeface="Arial"/>
        <a:cs typeface="Arial"/>
      </a:majorFont>
      <a:minorFont>
        <a:latin typeface="Arial"/>
        <a:ea typeface="Arial"/>
        <a:cs typeface="Arial"/>
      </a:minorFont>
    </a:fontScheme>
    <a:fmtScheme name="Office Theme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</a:theme>
</file>

<file path=ppt/theme/theme2.xml><?xml version="1.0" encoding="utf-8"?>
<a:theme xmlns:a="http://schemas.openxmlformats.org/drawingml/2006/main" xmlns:r="http://schemas.openxmlformats.org/officeDocument/2006/relationships" xmlns:p="http://schemas.openxmlformats.org/presentation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Arial">
      <a:majorFont>
        <a:latin typeface="Arial"/>
        <a:ea typeface="Arial"/>
        <a:cs typeface="Arial"/>
      </a:majorFont>
      <a:minorFont>
        <a:latin typeface="Arial"/>
        <a:ea typeface="Arial"/>
        <a:cs typeface="Arial"/>
      </a:minorFont>
    </a:fontScheme>
    <a:fmtScheme name="Office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0</TotalTime>
  <Words>0</Words>
  <Application>ONLYOFFICE/9.3.1.8</Application>
  <PresentationFormat>On-screen Show (4:3)</PresentationFormat>
  <Paragraphs>0</Paragraphs>
  <Slides>14</Slides>
  <Notes>14</Notes>
  <HiddenSlides>0</HiddenSlides>
  <MMClips>2</MMClips>
  <ScaleCrop>0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5" baseType="lpstr">
      <vt:lpstr>Theme 1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LinksUpToDate>0</LinksUpToDate>
  <SharedDoc>0</SharedDoc>
  <HyperlinksChanged>0</HyperlinksChanged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/>
  <cp:revision>10</cp:revision>
  <dcterms:modified xsi:type="dcterms:W3CDTF">2026-03-27T16:25:26Z</dcterms:modified>
</cp:coreProperties>
</file>