
<file path=[Content_Types].xml><?xml version="1.0" encoding="utf-8"?>
<Types xmlns="http://schemas.openxmlformats.org/package/2006/content-types">
  <Default Extension="xml" ContentType="application/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5.xml" ContentType="application/vnd.openxmlformats-officedocument.presentationml.slide+xml"/>
  <Override PartName="/ppt/slides/slide12.xml" ContentType="application/vnd.openxmlformats-officedocument.presentationml.slide+xml"/>
  <Override PartName="/ppt/theme/theme10.xml" ContentType="application/vnd.openxmlformats-officedocument.theme+xml"/>
  <Override PartName="/ppt/theme/theme8.xml" ContentType="application/vnd.openxmlformats-officedocument.theme+xml"/>
  <Override PartName="/ppt/slideLayouts/slideLayout3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5.xml" ContentType="application/vnd.openxmlformats-officedocument.theme+xml"/>
  <Override PartName="/docProps/app.xml" ContentType="application/vnd.openxmlformats-officedocument.extended-properties+xml"/>
  <Override PartName="/ppt/theme/theme7.xml" ContentType="application/vnd.openxmlformats-officedocument.theme+xml"/>
  <Override PartName="/ppt/viewProps.xml" ContentType="application/vnd.openxmlformats-officedocument.presentationml.viewProps+xml"/>
  <Override PartName="/ppt/theme/theme12.xml" ContentType="application/vnd.openxmlformats-officedocument.theme+xml"/>
  <Override PartName="/ppt/notesSlides/notesSlide7.xml" ContentType="application/vnd.openxmlformats-officedocument.presentationml.notesSlid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2.xml" ContentType="application/vnd.openxmlformats-officedocument.presentationml.slide+xml"/>
  <Override PartName="/docProps/core.xml" ContentType="application/vnd.openxmlformats-package.core-properties+xml"/>
  <Override PartName="/ppt/slides/slide13.xml" ContentType="application/vnd.openxmlformats-officedocument.presentationml.slide+xml"/>
  <Override PartName="/ppt/theme/theme2.xml" ContentType="application/vnd.openxmlformats-officedocument.theme+xml"/>
  <Override PartName="/ppt/theme/theme1.xml" ContentType="application/vnd.openxmlformats-officedocument.theme+xml"/>
  <Override PartName="/ppt/slides/slide3.xml" ContentType="application/vnd.openxmlformats-officedocument.presentationml.slide+xml"/>
  <Override PartName="/ppt/theme/theme6.xml" ContentType="application/vnd.openxmlformats-officedocument.theme+xml"/>
  <Override PartName="/ppt/slideMasters/slideMaster7.xml" ContentType="application/vnd.openxmlformats-officedocument.presentationml.slideMaster+xml"/>
  <Override PartName="/ppt/slideMasters/slideMaster10.xml" ContentType="application/vnd.openxmlformats-officedocument.presentationml.slideMaster+xml"/>
  <Override PartName="/ppt/presProps.xml" ContentType="application/vnd.openxmlformats-officedocument.presentationml.presProps+xml"/>
  <Override PartName="/ppt/theme/theme9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11.xml" ContentType="application/vnd.openxmlformats-officedocument.theme+xml"/>
  <Override PartName="/docProps/custom.xml" ContentType="application/vnd.openxmlformats-officedocument.custom-properties+xml"/>
  <Override PartName="/ppt/slideLayouts/slideLayout8.xml" ContentType="application/vnd.openxmlformats-officedocument.presentationml.slideLayout+xml"/>
  <Override PartName="/ppt/slideMasters/slideMaster2.xml" ContentType="application/vnd.openxmlformats-officedocument.presentationml.slideMaster+xml"/>
  <Override PartName="/ppt/slideLayouts/slideLayout9.xml" ContentType="application/vnd.openxmlformats-officedocument.presentationml.slideLayout+xml"/>
  <Override PartName="/ppt/slideMasters/slideMaster3.xml" ContentType="application/vnd.openxmlformats-officedocument.presentationml.slideMaster+xml"/>
  <Override PartName="/ppt/notesSlides/notesSlide13.xml" ContentType="application/vnd.openxmlformats-officedocument.presentationml.notesSlide+xml"/>
  <Override PartName="/ppt/slides/slide9.xml" ContentType="application/vnd.openxmlformats-officedocument.presentationml.slide+xml"/>
  <Override PartName="/ppt/slideMasters/slideMaster5.xml" ContentType="application/vnd.openxmlformats-officedocument.presentationml.slideMaster+xml"/>
  <Override PartName="/ppt/slideMasters/slideMaster4.xml" ContentType="application/vnd.openxmlformats-officedocument.presentationml.slideMaster+xml"/>
  <Override PartName="/ppt/notesSlides/notesSlide9.xml" ContentType="application/vnd.openxmlformats-officedocument.presentationml.notesSlide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notesSlides/notesSlide4.xml" ContentType="application/vnd.openxmlformats-officedocument.presentationml.notesSlide+xml"/>
  <Override PartName="/ppt/tableStyles.xml" ContentType="application/vnd.openxmlformats-officedocument.presentationml.tableStyles+xml"/>
  <Override PartName="/ppt/slideMasters/slideMaster11.xml" ContentType="application/vnd.openxmlformats-officedocument.presentationml.slideMaster+xml"/>
  <Override PartName="/ppt/slideLayouts/slideLayout10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6.xml" ContentType="application/vnd.openxmlformats-officedocument.presentationml.slideMaster+xml"/>
  <Override PartName="/ppt/slideLayouts/slideLayout11.xml" ContentType="application/vnd.openxmlformats-officedocument.presentationml.slideLayout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4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sldMasterIdLst>
    <p:sldMasterId id="2147483648" r:id="rId1"/>
    <p:sldMasterId id="2147483650" r:id="rId2"/>
    <p:sldMasterId id="2147483652" r:id="rId3"/>
    <p:sldMasterId id="2147483654" r:id="rId4"/>
    <p:sldMasterId id="2147483656" r:id="rId5"/>
    <p:sldMasterId id="2147483658" r:id="rId6"/>
    <p:sldMasterId id="2147483660" r:id="rId7"/>
    <p:sldMasterId id="2147483662" r:id="rId8"/>
    <p:sldMasterId id="2147483664" r:id="rId9"/>
    <p:sldMasterId id="2147483666" r:id="rId10"/>
    <p:sldMasterId id="2147483668" r:id="rId11"/>
  </p:sldMasterIdLst>
  <p:notesMasterIdLst>
    <p:notesMasterId r:id="rId38"/>
  </p:notesMasterIdLst>
  <p:sldIdLst>
    <p:sldId id="256" r:id="rId24"/>
    <p:sldId id="257" r:id="rId25"/>
    <p:sldId id="258" r:id="rId26"/>
    <p:sldId id="259" r:id="rId27"/>
    <p:sldId id="260" r:id="rId28"/>
    <p:sldId id="261" r:id="rId29"/>
    <p:sldId id="262" r:id="rId30"/>
    <p:sldId id="263" r:id="rId31"/>
    <p:sldId id="264" r:id="rId32"/>
    <p:sldId id="265" r:id="rId33"/>
    <p:sldId id="266" r:id="rId34"/>
    <p:sldId id="267" r:id="rId35"/>
    <p:sldId id="268" r:id="rId36"/>
    <p:sldId id="269" r:id="rId37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>
      <p:cViewPr>
        <p:scale>
          <a:sx n="0" d="6"/>
          <a:sy n="0" d="2"/>
        </p:scale>
        <p:origin x="785989408" y="0"/>
      </p:cViewPr>
      <p:guideLst>
        <p:guide pos="3840"/>
        <p:guide pos="2160" orient="horz"/>
      </p:guideLst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theme" Target="theme/theme1.xml"/><Relationship Id="rId13" Type="http://schemas.openxmlformats.org/officeDocument/2006/relationships/theme" Target="theme/theme2.xml"/><Relationship Id="rId14" Type="http://schemas.openxmlformats.org/officeDocument/2006/relationships/theme" Target="theme/theme3.xml"/><Relationship Id="rId15" Type="http://schemas.openxmlformats.org/officeDocument/2006/relationships/theme" Target="theme/theme4.xml"/><Relationship Id="rId16" Type="http://schemas.openxmlformats.org/officeDocument/2006/relationships/theme" Target="theme/theme5.xml"/><Relationship Id="rId17" Type="http://schemas.openxmlformats.org/officeDocument/2006/relationships/theme" Target="theme/theme6.xml"/><Relationship Id="rId18" Type="http://schemas.openxmlformats.org/officeDocument/2006/relationships/theme" Target="theme/theme7.xml"/><Relationship Id="rId19" Type="http://schemas.openxmlformats.org/officeDocument/2006/relationships/theme" Target="theme/theme8.xml"/><Relationship Id="rId20" Type="http://schemas.openxmlformats.org/officeDocument/2006/relationships/theme" Target="theme/theme9.xml"/><Relationship Id="rId21" Type="http://schemas.openxmlformats.org/officeDocument/2006/relationships/theme" Target="theme/theme10.xml"/><Relationship Id="rId22" Type="http://schemas.openxmlformats.org/officeDocument/2006/relationships/theme" Target="theme/theme11.xml"/><Relationship Id="rId23" Type="http://schemas.openxmlformats.org/officeDocument/2006/relationships/theme" Target="theme/theme12.xml"/><Relationship Id="rId24" Type="http://schemas.openxmlformats.org/officeDocument/2006/relationships/slide" Target="slides/slide1.xml"/><Relationship Id="rId25" Type="http://schemas.openxmlformats.org/officeDocument/2006/relationships/slide" Target="slides/slide2.xml"/><Relationship Id="rId26" Type="http://schemas.openxmlformats.org/officeDocument/2006/relationships/slide" Target="slides/slide3.xml"/><Relationship Id="rId27" Type="http://schemas.openxmlformats.org/officeDocument/2006/relationships/slide" Target="slides/slide4.xml"/><Relationship Id="rId28" Type="http://schemas.openxmlformats.org/officeDocument/2006/relationships/slide" Target="slides/slide5.xml"/><Relationship Id="rId29" Type="http://schemas.openxmlformats.org/officeDocument/2006/relationships/slide" Target="slides/slide6.xml"/><Relationship Id="rId30" Type="http://schemas.openxmlformats.org/officeDocument/2006/relationships/slide" Target="slides/slide7.xml"/><Relationship Id="rId31" Type="http://schemas.openxmlformats.org/officeDocument/2006/relationships/slide" Target="slides/slide8.xml"/><Relationship Id="rId32" Type="http://schemas.openxmlformats.org/officeDocument/2006/relationships/slide" Target="slides/slide9.xml"/><Relationship Id="rId33" Type="http://schemas.openxmlformats.org/officeDocument/2006/relationships/slide" Target="slides/slide10.xml"/><Relationship Id="rId34" Type="http://schemas.openxmlformats.org/officeDocument/2006/relationships/slide" Target="slides/slide11.xml"/><Relationship Id="rId35" Type="http://schemas.openxmlformats.org/officeDocument/2006/relationships/slide" Target="slides/slide12.xml"/><Relationship Id="rId36" Type="http://schemas.openxmlformats.org/officeDocument/2006/relationships/slide" Target="slides/slide13.xml"/><Relationship Id="rId37" Type="http://schemas.openxmlformats.org/officeDocument/2006/relationships/slide" Target="slides/slide14.xml"/><Relationship Id="rId38" Type="http://schemas.openxmlformats.org/officeDocument/2006/relationships/notesMaster" Target="notesMasters/notesMaster1.xml"/><Relationship Id="rId39" Type="http://schemas.openxmlformats.org/officeDocument/2006/relationships/presProps" Target="presProps.xml" /><Relationship Id="rId40" Type="http://schemas.openxmlformats.org/officeDocument/2006/relationships/tableStyles" Target="tableStyles.xml" /><Relationship Id="rId41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4731438" name="PlaceHolder 1"/>
          <p:cNvSpPr>
            <a:spLocks noGrp="1"/>
          </p:cNvSpPr>
          <p:nvPr>
            <p:ph type="sldImg"/>
          </p:nvPr>
        </p:nvSpPr>
        <p:spPr bwMode="auto"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Click to move the slide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58548161" name="PlaceHolder 2"/>
          <p:cNvSpPr>
            <a:spLocks noGrp="1"/>
          </p:cNvSpPr>
          <p:nvPr>
            <p:ph type="body"/>
          </p:nvPr>
        </p:nvSpPr>
        <p:spPr bwMode="auto">
          <a:xfrm>
            <a:off x="756000" y="5078520"/>
            <a:ext cx="6047640" cy="481103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marL="216000" indent="-216000">
              <a:buNone/>
              <a:defRPr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notes format</a:t>
            </a:r>
            <a:endParaRPr lang="en-US" sz="20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4721710" name="PlaceHolder 3"/>
          <p:cNvSpPr>
            <a:spLocks noGrp="1"/>
          </p:cNvSpPr>
          <p:nvPr>
            <p:ph type="hdr"/>
          </p:nvPr>
        </p:nvSpPr>
        <p:spPr bwMode="auto"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&lt;header&gt;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0144458" name="PlaceHolder 4"/>
          <p:cNvSpPr>
            <a:spLocks noGrp="1"/>
          </p:cNvSpPr>
          <p:nvPr>
            <p:ph type="dt" idx="34"/>
          </p:nvPr>
        </p:nvSpPr>
        <p:spPr bwMode="auto"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&lt;date/time&gt;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98706614" name="PlaceHolder 5"/>
          <p:cNvSpPr>
            <a:spLocks noGrp="1"/>
          </p:cNvSpPr>
          <p:nvPr>
            <p:ph type="ftr" idx="35"/>
          </p:nvPr>
        </p:nvSpPr>
        <p:spPr bwMode="auto"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  <a:defRPr/>
            </a:pPr>
            <a:r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86603356" name="PlaceHolder 6"/>
          <p:cNvSpPr>
            <a:spLocks noGrp="1"/>
          </p:cNvSpPr>
          <p:nvPr>
            <p:ph type="sldNum" idx="36"/>
          </p:nvPr>
        </p:nvSpPr>
        <p:spPr bwMode="auto"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  <a:defRPr/>
            </a:pPr>
            <a:fld id="{B1CA95E8-A216-47B2-8780-3510F007FA91}" type="slidenum">
              <a:rPr lang="en-US" sz="1400" b="0" strike="noStrike" spc="-1">
                <a:solidFill>
                  <a:srgbClr val="000000"/>
                </a:solidFill>
                <a:latin typeface="Times New Roman"/>
              </a:rPr>
              <a:t>&lt;number&gt;</a:t>
            </a:fld>
            <a:endParaRPr lang="en-US" sz="14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 ?>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 ?>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82610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72404470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75607" name="PlaceHolder 3"/>
          <p:cNvSpPr>
            <a:spLocks noGrp="1"/>
          </p:cNvSpPr>
          <p:nvPr>
            <p:ph type="sldNum" idx="3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10BC66B8-6F78-4F9E-BAC1-D8A5917B1572}" type="slidenum">
              <a:rPr lang="en-US" sz="1200" b="0" strike="noStrike" spc="-1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lang="en-US" sz="1200" b="0" strike="noStrike" spc="-1">
              <a:solidFill>
                <a:srgbClr val="000000"/>
              </a:solidFill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574824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397796349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647962" name="PlaceHolder 3"/>
          <p:cNvSpPr>
            <a:spLocks noGrp="1"/>
          </p:cNvSpPr>
          <p:nvPr>
            <p:ph type="sldNum" idx="3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497197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339407966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1157254" name="PlaceHolder 3"/>
          <p:cNvSpPr>
            <a:spLocks noGrp="1"/>
          </p:cNvSpPr>
          <p:nvPr>
            <p:ph type="sldNum" idx="3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1328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35997936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6655107" name="PlaceHolder 3"/>
          <p:cNvSpPr>
            <a:spLocks noGrp="1"/>
          </p:cNvSpPr>
          <p:nvPr>
            <p:ph type="sldNum" idx="4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30003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19273980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744337" name="PlaceHolder 3"/>
          <p:cNvSpPr>
            <a:spLocks noGrp="1"/>
          </p:cNvSpPr>
          <p:nvPr>
            <p:ph type="sldNum" idx="41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0064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00602116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3640984" name="PlaceHolder 3"/>
          <p:cNvSpPr>
            <a:spLocks noGrp="1"/>
          </p:cNvSpPr>
          <p:nvPr>
            <p:ph type="sldNum" idx="42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0987121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85063753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992029" name="PlaceHolder 3"/>
          <p:cNvSpPr>
            <a:spLocks noGrp="1"/>
          </p:cNvSpPr>
          <p:nvPr>
            <p:ph type="sldNum" idx="43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7481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67905441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4685278" name="PlaceHolder 3"/>
          <p:cNvSpPr>
            <a:spLocks noGrp="1"/>
          </p:cNvSpPr>
          <p:nvPr>
            <p:ph type="sldNum" idx="44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74305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717950765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6055323" name="PlaceHolder 3"/>
          <p:cNvSpPr>
            <a:spLocks noGrp="1"/>
          </p:cNvSpPr>
          <p:nvPr>
            <p:ph type="sldNum" idx="45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413330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42357765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232714" name="PlaceHolder 3"/>
          <p:cNvSpPr>
            <a:spLocks noGrp="1"/>
          </p:cNvSpPr>
          <p:nvPr>
            <p:ph type="sldNum" idx="46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4238792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639542291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036478" name="PlaceHolder 3"/>
          <p:cNvSpPr>
            <a:spLocks noGrp="1"/>
          </p:cNvSpPr>
          <p:nvPr>
            <p:ph type="sldNum" idx="47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3311257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37703513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0613646" name="PlaceHolder 3"/>
          <p:cNvSpPr>
            <a:spLocks noGrp="1"/>
          </p:cNvSpPr>
          <p:nvPr>
            <p:ph type="sldNum" idx="48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235243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96372197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379419" name="PlaceHolder 3"/>
          <p:cNvSpPr>
            <a:spLocks noGrp="1"/>
          </p:cNvSpPr>
          <p:nvPr>
            <p:ph type="sldNum" idx="49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606485" name="PlaceHolder 1"/>
          <p:cNvSpPr>
            <a:spLocks noGrp="1"/>
          </p:cNvSpPr>
          <p:nvPr>
            <p:ph type="sldImg"/>
          </p:nvPr>
        </p:nvSpPr>
        <p:spPr bwMode="auto">
          <a:xfrm>
            <a:off x="685800" y="1143000"/>
            <a:ext cx="5486039" cy="3085920"/>
          </a:xfrm>
          <a:prstGeom prst="rect">
            <a:avLst/>
          </a:prstGeom>
          <a:ln w="0">
            <a:noFill/>
          </a:ln>
        </p:spPr>
      </p:sp>
      <p:sp>
        <p:nvSpPr>
          <p:cNvPr id="1635794690" name="PlaceHolder 2"/>
          <p:cNvSpPr>
            <a:spLocks noGrp="1"/>
          </p:cNvSpPr>
          <p:nvPr>
            <p:ph type="body"/>
          </p:nvPr>
        </p:nvSpPr>
        <p:spPr bwMode="auto">
          <a:xfrm>
            <a:off x="685800" y="4400640"/>
            <a:ext cx="5486039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16000" indent="-216000">
              <a:buNone/>
              <a:defRPr/>
            </a:pPr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859482" name="PlaceHolder 3"/>
          <p:cNvSpPr>
            <a:spLocks noGrp="1"/>
          </p:cNvSpPr>
          <p:nvPr>
            <p:ph type="sldNum" idx="50"/>
          </p:nvPr>
        </p:nvSpPr>
        <p:spPr bwMode="auto"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>
              <a:buNone/>
              <a:defRPr/>
            </a:pPr>
            <a:endParaRPr lang="en-US" sz="1200" b="0" strike="noStrike" spc="-1">
              <a:solidFill>
                <a:schemeClr val="dk1"/>
              </a:solidFill>
              <a:latin typeface="+mn-lt"/>
              <a:ea typeface="+mn-ea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2302012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93779243" name="PlaceHolder 2"/>
          <p:cNvSpPr>
            <a:spLocks noGrp="1"/>
          </p:cNvSpPr>
          <p:nvPr>
            <p:ph type="subTitle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 algn="ctr">
              <a:buNone/>
              <a:defRPr/>
            </a:pPr>
            <a:endParaRPr lang="en-US" sz="32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7397490" name="PlaceHolder 3"/>
          <p:cNvSpPr>
            <a:spLocks noGrp="1"/>
          </p:cNvSpPr>
          <p:nvPr>
            <p:ph type="ftr" idx="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019655292" name="PlaceHolder 4"/>
          <p:cNvSpPr>
            <a:spLocks noGrp="1"/>
          </p:cNvSpPr>
          <p:nvPr>
            <p:ph type="sldNum" idx="3"/>
          </p:nvPr>
        </p:nvSpPr>
        <p:spPr bwMode="auto"/>
        <p:txBody>
          <a:bodyPr/>
          <a:p>
            <a:pPr>
              <a:defRPr/>
            </a:pPr>
            <a:fld id="{84D5E5B1-5B96-4467-81CC-C1AA55DC80F0}" type="slidenum">
              <a:rPr/>
              <a:t>&lt;#&gt;</a:t>
            </a:fld>
            <a:endParaRPr/>
          </a:p>
        </p:txBody>
      </p:sp>
      <p:sp>
        <p:nvSpPr>
          <p:cNvPr id="1824398392" name="PlaceHolder 5"/>
          <p:cNvSpPr>
            <a:spLocks noGrp="1"/>
          </p:cNvSpPr>
          <p:nvPr>
            <p:ph type="dt" idx="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8543166" name="PlaceHolder 1"/>
          <p:cNvSpPr>
            <a:spLocks noGrp="1"/>
          </p:cNvSpPr>
          <p:nvPr>
            <p:ph type="ftr" idx="5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2073730812" name="PlaceHolder 2"/>
          <p:cNvSpPr>
            <a:spLocks noGrp="1"/>
          </p:cNvSpPr>
          <p:nvPr>
            <p:ph type="sldNum" idx="6"/>
          </p:nvPr>
        </p:nvSpPr>
        <p:spPr bwMode="auto"/>
        <p:txBody>
          <a:bodyPr/>
          <a:p>
            <a:pPr>
              <a:defRPr/>
            </a:pPr>
            <a:fld id="{33459197-E16F-40A9-8B36-603195547197}" type="slidenum">
              <a:rPr/>
              <a:t>&lt;#&gt;</a:t>
            </a:fld>
            <a:endParaRPr/>
          </a:p>
        </p:txBody>
      </p:sp>
      <p:sp>
        <p:nvSpPr>
          <p:cNvPr id="619738159" name="PlaceHolder 3"/>
          <p:cNvSpPr>
            <a:spLocks noGrp="1"/>
          </p:cNvSpPr>
          <p:nvPr>
            <p:ph type="dt" idx="4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5170902" name="PlaceHolder 1"/>
          <p:cNvSpPr>
            <a:spLocks noGrp="1"/>
          </p:cNvSpPr>
          <p:nvPr>
            <p:ph type="ftr" idx="8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914052084" name="PlaceHolder 2"/>
          <p:cNvSpPr>
            <a:spLocks noGrp="1"/>
          </p:cNvSpPr>
          <p:nvPr>
            <p:ph type="sldNum" idx="9"/>
          </p:nvPr>
        </p:nvSpPr>
        <p:spPr bwMode="auto"/>
        <p:txBody>
          <a:bodyPr/>
          <a:p>
            <a:pPr>
              <a:defRPr/>
            </a:pPr>
            <a:fld id="{9C09E1E4-45D4-4020-9666-FB0DF8BA9882}" type="slidenum">
              <a:rPr/>
              <a:t>&lt;#&gt;</a:t>
            </a:fld>
            <a:endParaRPr/>
          </a:p>
        </p:txBody>
      </p:sp>
      <p:sp>
        <p:nvSpPr>
          <p:cNvPr id="1617265040" name="PlaceHolder 3"/>
          <p:cNvSpPr>
            <a:spLocks noGrp="1"/>
          </p:cNvSpPr>
          <p:nvPr>
            <p:ph type="dt" idx="7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670646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307022065" name="PlaceHolder 2"/>
          <p:cNvSpPr>
            <a:spLocks noGrp="1"/>
          </p:cNvSpPr>
          <p:nvPr>
            <p:ph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en-US" sz="2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848177458" name="PlaceHolder 3"/>
          <p:cNvSpPr>
            <a:spLocks noGrp="1"/>
          </p:cNvSpPr>
          <p:nvPr>
            <p:ph type="ftr" idx="11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863100331" name="PlaceHolder 4"/>
          <p:cNvSpPr>
            <a:spLocks noGrp="1"/>
          </p:cNvSpPr>
          <p:nvPr>
            <p:ph type="sldNum" idx="12"/>
          </p:nvPr>
        </p:nvSpPr>
        <p:spPr bwMode="auto"/>
        <p:txBody>
          <a:bodyPr/>
          <a:p>
            <a:pPr>
              <a:defRPr/>
            </a:pPr>
            <a:fld id="{A28362A7-D117-4113-94BF-BD0A36639C5E}" type="slidenum">
              <a:rPr/>
              <a:t>&lt;#&gt;</a:t>
            </a:fld>
            <a:endParaRPr/>
          </a:p>
        </p:txBody>
      </p:sp>
      <p:sp>
        <p:nvSpPr>
          <p:cNvPr id="220645518" name="PlaceHolder 5"/>
          <p:cNvSpPr>
            <a:spLocks noGrp="1"/>
          </p:cNvSpPr>
          <p:nvPr>
            <p:ph type="dt" idx="10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640489" name="PlaceHolder 1"/>
          <p:cNvSpPr>
            <a:spLocks noGrp="1"/>
          </p:cNvSpPr>
          <p:nvPr>
            <p:ph type="ftr" idx="14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92342735" name="PlaceHolder 2"/>
          <p:cNvSpPr>
            <a:spLocks noGrp="1"/>
          </p:cNvSpPr>
          <p:nvPr>
            <p:ph type="sldNum" idx="15"/>
          </p:nvPr>
        </p:nvSpPr>
        <p:spPr bwMode="auto"/>
        <p:txBody>
          <a:bodyPr/>
          <a:p>
            <a:pPr>
              <a:defRPr/>
            </a:pPr>
            <a:fld id="{BAEC3343-C692-4881-A44F-5FB2FB5DD715}" type="slidenum">
              <a:rPr/>
              <a:t>&lt;#&gt;</a:t>
            </a:fld>
            <a:endParaRPr/>
          </a:p>
        </p:txBody>
      </p:sp>
      <p:sp>
        <p:nvSpPr>
          <p:cNvPr id="1220845212" name="PlaceHolder 3"/>
          <p:cNvSpPr>
            <a:spLocks noGrp="1"/>
          </p:cNvSpPr>
          <p:nvPr>
            <p:ph type="dt" idx="13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08960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395981562" name="PlaceHolder 2"/>
          <p:cNvSpPr>
            <a:spLocks noGrp="1"/>
          </p:cNvSpPr>
          <p:nvPr>
            <p:ph/>
          </p:nvPr>
        </p:nvSpPr>
        <p:spPr bwMode="auto">
          <a:xfrm>
            <a:off x="83808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en-US" sz="2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970216866" name="PlaceHolder 3"/>
          <p:cNvSpPr>
            <a:spLocks noGrp="1"/>
          </p:cNvSpPr>
          <p:nvPr>
            <p:ph/>
          </p:nvPr>
        </p:nvSpPr>
        <p:spPr bwMode="auto">
          <a:xfrm>
            <a:off x="6226200" y="1825560"/>
            <a:ext cx="5131080" cy="435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  <a:defRPr/>
            </a:pPr>
            <a:endParaRPr lang="en-US" sz="2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939420299" name="PlaceHolder 4"/>
          <p:cNvSpPr>
            <a:spLocks noGrp="1"/>
          </p:cNvSpPr>
          <p:nvPr>
            <p:ph type="ftr" idx="17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67088216" name="PlaceHolder 5"/>
          <p:cNvSpPr>
            <a:spLocks noGrp="1"/>
          </p:cNvSpPr>
          <p:nvPr>
            <p:ph type="sldNum" idx="18"/>
          </p:nvPr>
        </p:nvSpPr>
        <p:spPr bwMode="auto"/>
        <p:txBody>
          <a:bodyPr/>
          <a:p>
            <a:pPr>
              <a:defRPr/>
            </a:pPr>
            <a:fld id="{D3461FA1-827C-45F3-89D1-80A578C104FA}" type="slidenum">
              <a:rPr/>
              <a:t>&lt;#&gt;</a:t>
            </a:fld>
            <a:endParaRPr/>
          </a:p>
        </p:txBody>
      </p:sp>
      <p:sp>
        <p:nvSpPr>
          <p:cNvPr id="1338472402" name="PlaceHolder 6"/>
          <p:cNvSpPr>
            <a:spLocks noGrp="1"/>
          </p:cNvSpPr>
          <p:nvPr>
            <p:ph type="dt" idx="16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8426265" name="PlaceHolder 1"/>
          <p:cNvSpPr>
            <a:spLocks noGrp="1"/>
          </p:cNvSpPr>
          <p:nvPr>
            <p:ph type="ftr" idx="20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367019393" name="PlaceHolder 2"/>
          <p:cNvSpPr>
            <a:spLocks noGrp="1"/>
          </p:cNvSpPr>
          <p:nvPr>
            <p:ph type="sldNum" idx="21"/>
          </p:nvPr>
        </p:nvSpPr>
        <p:spPr bwMode="auto"/>
        <p:txBody>
          <a:bodyPr/>
          <a:p>
            <a:pPr>
              <a:defRPr/>
            </a:pPr>
            <a:fld id="{7EB6B0BA-1E89-4BAD-B5A5-0A31D33F6D10}" type="slidenum">
              <a:rPr/>
              <a:t>&lt;#&gt;</a:t>
            </a:fld>
            <a:endParaRPr/>
          </a:p>
        </p:txBody>
      </p:sp>
      <p:sp>
        <p:nvSpPr>
          <p:cNvPr id="316773735" name="PlaceHolder 3"/>
          <p:cNvSpPr>
            <a:spLocks noGrp="1"/>
          </p:cNvSpPr>
          <p:nvPr>
            <p:ph type="dt" idx="19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4037817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indent="0">
              <a:buNone/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841274593" name="PlaceHolder 2"/>
          <p:cNvSpPr>
            <a:spLocks noGrp="1"/>
          </p:cNvSpPr>
          <p:nvPr>
            <p:ph type="ftr" idx="23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414524187" name="PlaceHolder 3"/>
          <p:cNvSpPr>
            <a:spLocks noGrp="1"/>
          </p:cNvSpPr>
          <p:nvPr>
            <p:ph type="sldNum" idx="24"/>
          </p:nvPr>
        </p:nvSpPr>
        <p:spPr bwMode="auto"/>
        <p:txBody>
          <a:bodyPr/>
          <a:p>
            <a:pPr>
              <a:defRPr/>
            </a:pPr>
            <a:fld id="{DC85953F-5AC0-43ED-86D5-613A6031EE86}" type="slidenum">
              <a:rPr/>
              <a:t>&lt;#&gt;</a:t>
            </a:fld>
            <a:endParaRPr/>
          </a:p>
        </p:txBody>
      </p:sp>
      <p:sp>
        <p:nvSpPr>
          <p:cNvPr id="2072304922" name="PlaceHolder 4"/>
          <p:cNvSpPr>
            <a:spLocks noGrp="1"/>
          </p:cNvSpPr>
          <p:nvPr>
            <p:ph type="dt" idx="22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2236045" name="PlaceHolder 1"/>
          <p:cNvSpPr>
            <a:spLocks noGrp="1"/>
          </p:cNvSpPr>
          <p:nvPr>
            <p:ph type="ftr" idx="26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453213989" name="PlaceHolder 2"/>
          <p:cNvSpPr>
            <a:spLocks noGrp="1"/>
          </p:cNvSpPr>
          <p:nvPr>
            <p:ph type="sldNum" idx="27"/>
          </p:nvPr>
        </p:nvSpPr>
        <p:spPr bwMode="auto"/>
        <p:txBody>
          <a:bodyPr/>
          <a:p>
            <a:pPr>
              <a:defRPr/>
            </a:pPr>
            <a:fld id="{43EF78B0-2EF4-43E0-AAAF-AC34F1D6BFBB}" type="slidenum">
              <a:rPr/>
              <a:t>&lt;#&gt;</a:t>
            </a:fld>
            <a:endParaRPr/>
          </a:p>
        </p:txBody>
      </p:sp>
      <p:sp>
        <p:nvSpPr>
          <p:cNvPr id="263272682" name="PlaceHolder 3"/>
          <p:cNvSpPr>
            <a:spLocks noGrp="1"/>
          </p:cNvSpPr>
          <p:nvPr>
            <p:ph type="dt" idx="25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7355133" name="PlaceHolder 1"/>
          <p:cNvSpPr>
            <a:spLocks noGrp="1"/>
          </p:cNvSpPr>
          <p:nvPr>
            <p:ph type="ftr" idx="29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342006761" name="PlaceHolder 2"/>
          <p:cNvSpPr>
            <a:spLocks noGrp="1"/>
          </p:cNvSpPr>
          <p:nvPr>
            <p:ph type="sldNum" idx="30"/>
          </p:nvPr>
        </p:nvSpPr>
        <p:spPr bwMode="auto"/>
        <p:txBody>
          <a:bodyPr/>
          <a:p>
            <a:pPr>
              <a:defRPr/>
            </a:pPr>
            <a:fld id="{AD7E3412-16E9-4EE2-BE7F-CA38454D4B0E}" type="slidenum">
              <a:rPr/>
              <a:t>&lt;#&gt;</a:t>
            </a:fld>
            <a:endParaRPr/>
          </a:p>
        </p:txBody>
      </p:sp>
      <p:sp>
        <p:nvSpPr>
          <p:cNvPr id="283891380" name="PlaceHolder 3"/>
          <p:cNvSpPr>
            <a:spLocks noGrp="1"/>
          </p:cNvSpPr>
          <p:nvPr>
            <p:ph type="dt" idx="28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5214569" name="PlaceHolder 1"/>
          <p:cNvSpPr>
            <a:spLocks noGrp="1"/>
          </p:cNvSpPr>
          <p:nvPr>
            <p:ph type="ftr" idx="32"/>
          </p:nvPr>
        </p:nvSpPr>
        <p:spPr bwMode="auto"/>
        <p:txBody>
          <a:bodyPr/>
          <a:p>
            <a:pPr>
              <a:defRPr/>
            </a:pPr>
            <a:r>
              <a:rPr/>
              <a:t>Footer</a:t>
            </a:r>
            <a:endParaRPr/>
          </a:p>
        </p:txBody>
      </p:sp>
      <p:sp>
        <p:nvSpPr>
          <p:cNvPr id="1622679946" name="PlaceHolder 2"/>
          <p:cNvSpPr>
            <a:spLocks noGrp="1"/>
          </p:cNvSpPr>
          <p:nvPr>
            <p:ph type="sldNum" idx="33"/>
          </p:nvPr>
        </p:nvSpPr>
        <p:spPr bwMode="auto"/>
        <p:txBody>
          <a:bodyPr/>
          <a:p>
            <a:pPr>
              <a:defRPr/>
            </a:pPr>
            <a:fld id="{8613FD63-2A80-4049-ACED-276189C720E6}" type="slidenum">
              <a:rPr/>
              <a:t>&lt;#&gt;</a:t>
            </a:fld>
            <a:endParaRPr/>
          </a:p>
        </p:txBody>
      </p:sp>
      <p:sp>
        <p:nvSpPr>
          <p:cNvPr id="142087666" name="PlaceHolder 3"/>
          <p:cNvSpPr>
            <a:spLocks noGrp="1"/>
          </p:cNvSpPr>
          <p:nvPr>
            <p:ph type="dt" idx="31"/>
          </p:nvPr>
        </p:nvSpPr>
        <p:spPr bwMode="auto"/>
        <p:txBody>
          <a:bodyPr/>
          <a:p>
            <a:pPr>
              <a:defRPr/>
            </a:pPr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image" Target="../media/image1.png"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Relationship Id="rId3" Type="http://schemas.openxmlformats.org/officeDocument/2006/relationships/image" Target="../media/image1.png"/></Relationships>
</file>

<file path=ppt/slideMasters/_rels/slideMaster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theme" Target="../theme/theme3.xml"/><Relationship Id="rId3" Type="http://schemas.openxmlformats.org/officeDocument/2006/relationships/image" Target="../media/image1.png"/></Relationships>
</file>

<file path=ppt/slideMasters/_rels/slideMaster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theme" Target="../theme/theme4.xml"/><Relationship Id="rId3" Type="http://schemas.openxmlformats.org/officeDocument/2006/relationships/image" Target="../media/image1.png"/></Relationships>
</file>

<file path=ppt/slideMasters/_rels/slideMaster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theme" Target="../theme/theme5.xml"/><Relationship Id="rId3" Type="http://schemas.openxmlformats.org/officeDocument/2006/relationships/image" Target="../media/image1.png"/></Relationships>
</file>

<file path=ppt/slideMasters/_rels/slideMaster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theme" Target="../theme/theme6.xml"/><Relationship Id="rId3" Type="http://schemas.openxmlformats.org/officeDocument/2006/relationships/image" Target="../media/image1.png"/></Relationships>
</file>

<file path=ppt/slideMasters/_rels/slideMaster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theme" Target="../theme/theme7.xml"/><Relationship Id="rId3" Type="http://schemas.openxmlformats.org/officeDocument/2006/relationships/image" Target="../media/image1.png"/></Relationships>
</file>

<file path=ppt/slideMasters/_rels/slideMaster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8.xml"/><Relationship Id="rId3" Type="http://schemas.openxmlformats.org/officeDocument/2006/relationships/image" Target="../media/image1.png"/></Relationships>
</file>

<file path=ppt/slideMasters/_rels/slideMaster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9.xml"/><Relationship Id="rId3" Type="http://schemas.openxmlformats.org/officeDocument/2006/relationships/image" Target="../media/image1.png"/></Relationships>
</file>

<file path=ppt/slideMasters/_rels/slideMaster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10.xml"/><Relationship Id="rId3" Type="http://schemas.openxmlformats.org/officeDocument/2006/relationships/image" Target="../media/image1.png"/></Relationships>
</file>

<file path=ppt/slideMasters/_rels/slideMaster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theme" Target="../theme/theme11.xml"/><Relationship Id="rId3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7895381" name="PlaceHolder 1"/>
          <p:cNvSpPr>
            <a:spLocks noGrp="1"/>
          </p:cNvSpPr>
          <p:nvPr>
            <p:ph type="title"/>
          </p:nvPr>
        </p:nvSpPr>
        <p:spPr bwMode="auto"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defRPr/>
            </a:pPr>
            <a:r>
              <a:rPr lang="en-US" sz="6000" b="0" strike="noStrike" spc="-1">
                <a:solidFill>
                  <a:schemeClr val="dk1"/>
                </a:solidFill>
                <a:latin typeface="Arial"/>
                <a:ea typeface="Arial"/>
              </a:rPr>
              <a:t>Click to </a:t>
            </a:r>
            <a:r>
              <a:rPr lang="en-US" sz="6000" b="0" strike="noStrike" spc="-1">
                <a:solidFill>
                  <a:schemeClr val="dk1"/>
                </a:solidFill>
                <a:latin typeface="Arial"/>
                <a:ea typeface="Arial"/>
              </a:rPr>
              <a:t>edit </a:t>
            </a:r>
            <a:r>
              <a:rPr lang="en-US" sz="6000" b="0" strike="noStrike" spc="-1">
                <a:solidFill>
                  <a:schemeClr val="dk1"/>
                </a:solidFill>
                <a:latin typeface="Arial"/>
                <a:ea typeface="Arial"/>
              </a:rPr>
              <a:t>Master </a:t>
            </a:r>
            <a:r>
              <a:rPr lang="en-US" sz="6000" b="0" strike="noStrike" spc="-1">
                <a:solidFill>
                  <a:schemeClr val="dk1"/>
                </a:solidFill>
                <a:latin typeface="Arial"/>
                <a:ea typeface="Arial"/>
              </a:rPr>
              <a:t>title style</a:t>
            </a:r>
            <a:endParaRPr lang="en-US" sz="60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875222528" name="PlaceHolder 2"/>
          <p:cNvSpPr>
            <a:spLocks noGrp="1"/>
          </p:cNvSpPr>
          <p:nvPr>
            <p:ph type="dt" idx="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 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26317324" name="PlaceHolder 3"/>
          <p:cNvSpPr>
            <a:spLocks noGrp="1"/>
          </p:cNvSpPr>
          <p:nvPr>
            <p:ph type="ftr" idx="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 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05357956" name="PlaceHolder 4"/>
          <p:cNvSpPr>
            <a:spLocks noGrp="1"/>
          </p:cNvSpPr>
          <p:nvPr>
            <p:ph type="sldNum" idx="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E5ED8A17-D59B-43BE-941D-7F8373852BE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10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62317797" name="PlaceHolder 5"/>
          <p:cNvSpPr>
            <a:spLocks noGrp="1"/>
          </p:cNvSpPr>
          <p:nvPr>
            <p:ph type="body"/>
          </p:nvPr>
        </p:nvSpPr>
        <p:spPr bwMode="auto"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</a:rPr>
              <a:t>Click to edit the outline text format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Second Outline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Third Outline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/>
              <a:buChar char="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</a:rPr>
              <a:t>Fourth Outline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Fifth Outline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Sixth Outline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/>
              <a:buChar char="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</a:rPr>
              <a:t>Seventh Outline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2619951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44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60257983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strike="noStrike" spc="-1">
                <a:solidFill>
                  <a:schemeClr val="dk1"/>
                </a:solidFill>
                <a:latin typeface="Arial"/>
                <a:ea typeface="Arial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  <a:ea typeface="Arial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18425874" name="PlaceHolder 3"/>
          <p:cNvSpPr>
            <a:spLocks noGrp="1"/>
          </p:cNvSpPr>
          <p:nvPr>
            <p:ph type="dt" idx="4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96233797" name="PlaceHolder 4"/>
          <p:cNvSpPr>
            <a:spLocks noGrp="1"/>
          </p:cNvSpPr>
          <p:nvPr>
            <p:ph type="ftr" idx="5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009908828" name="PlaceHolder 5"/>
          <p:cNvSpPr>
            <a:spLocks noGrp="1"/>
          </p:cNvSpPr>
          <p:nvPr>
            <p:ph type="sldNum" idx="6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6D02E40-2681-4E37-8B42-B02B96EB4D74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</p:sldLayoutId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6689739" name="PlaceHolder 1"/>
          <p:cNvSpPr>
            <a:spLocks noGrp="1"/>
          </p:cNvSpPr>
          <p:nvPr>
            <p:ph type="title"/>
          </p:nvPr>
        </p:nvSpPr>
        <p:spPr bwMode="auto"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44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03554132" name="PlaceHolder 2"/>
          <p:cNvSpPr>
            <a:spLocks noGrp="1"/>
          </p:cNvSpPr>
          <p:nvPr>
            <p:ph type="body"/>
          </p:nvPr>
        </p:nvSpPr>
        <p:spPr bwMode="auto"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strike="noStrike" spc="-1">
                <a:solidFill>
                  <a:schemeClr val="dk1"/>
                </a:solidFill>
                <a:latin typeface="Arial"/>
                <a:ea typeface="Arial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  <a:ea typeface="Arial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128041670" name="PlaceHolder 3"/>
          <p:cNvSpPr>
            <a:spLocks noGrp="1"/>
          </p:cNvSpPr>
          <p:nvPr>
            <p:ph type="dt" idx="7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88246757" name="PlaceHolder 4"/>
          <p:cNvSpPr>
            <a:spLocks noGrp="1"/>
          </p:cNvSpPr>
          <p:nvPr>
            <p:ph type="ftr" idx="8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73145906" name="PlaceHolder 5"/>
          <p:cNvSpPr>
            <a:spLocks noGrp="1"/>
          </p:cNvSpPr>
          <p:nvPr>
            <p:ph type="sldNum" idx="9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0234520B-73A8-4356-A622-37EC9B851B8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0620778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44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480223120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strike="noStrike" spc="-1">
                <a:solidFill>
                  <a:schemeClr val="dk1"/>
                </a:solidFill>
                <a:latin typeface="Arial"/>
                <a:ea typeface="Arial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  <a:ea typeface="Arial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205680950" name="PlaceHolder 3"/>
          <p:cNvSpPr>
            <a:spLocks noGrp="1"/>
          </p:cNvSpPr>
          <p:nvPr>
            <p:ph type="dt" idx="10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70053074" name="PlaceHolder 4"/>
          <p:cNvSpPr>
            <a:spLocks noGrp="1"/>
          </p:cNvSpPr>
          <p:nvPr>
            <p:ph type="ftr" idx="11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09517894" name="PlaceHolder 5"/>
          <p:cNvSpPr>
            <a:spLocks noGrp="1"/>
          </p:cNvSpPr>
          <p:nvPr>
            <p:ph type="sldNum" idx="12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CAD5BD8B-5CE8-436C-B2DF-EE734227A1BC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</p:sldLayoutId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8621366" name="PlaceHolder 1"/>
          <p:cNvSpPr>
            <a:spLocks noGrp="1"/>
          </p:cNvSpPr>
          <p:nvPr>
            <p:ph type="title"/>
          </p:nvPr>
        </p:nvSpPr>
        <p:spPr bwMode="auto"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60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title style</a:t>
            </a:r>
            <a:endParaRPr lang="en-US" sz="60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756457381" name="PlaceHolder 2"/>
          <p:cNvSpPr>
            <a:spLocks noGrp="1"/>
          </p:cNvSpPr>
          <p:nvPr>
            <p:ph type="body"/>
          </p:nvPr>
        </p:nvSpPr>
        <p:spPr bwMode="auto">
          <a:xfrm>
            <a:off x="831960" y="4589640"/>
            <a:ext cx="10515240" cy="1499759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4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43943120" name="PlaceHolder 3"/>
          <p:cNvSpPr>
            <a:spLocks noGrp="1"/>
          </p:cNvSpPr>
          <p:nvPr>
            <p:ph type="dt" idx="13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143904576" name="PlaceHolder 4"/>
          <p:cNvSpPr>
            <a:spLocks noGrp="1"/>
          </p:cNvSpPr>
          <p:nvPr>
            <p:ph type="ftr" idx="14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932849884" name="PlaceHolder 5"/>
          <p:cNvSpPr>
            <a:spLocks noGrp="1"/>
          </p:cNvSpPr>
          <p:nvPr>
            <p:ph type="sldNum" idx="15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B1BEE300-A97F-4EB1-AA53-6308BB808403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</p:sldLayoutId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148373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44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90835422" name="PlaceHolder 2"/>
          <p:cNvSpPr>
            <a:spLocks noGrp="1"/>
          </p:cNvSpPr>
          <p:nvPr>
            <p:ph type="body"/>
          </p:nvPr>
        </p:nvSpPr>
        <p:spPr bwMode="auto"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strike="noStrike" spc="-1">
                <a:solidFill>
                  <a:schemeClr val="dk1"/>
                </a:solidFill>
                <a:latin typeface="Arial"/>
                <a:ea typeface="Arial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  <a:ea typeface="Arial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46146894" name="PlaceHolder 3"/>
          <p:cNvSpPr>
            <a:spLocks noGrp="1"/>
          </p:cNvSpPr>
          <p:nvPr>
            <p:ph type="body"/>
          </p:nvPr>
        </p:nvSpPr>
        <p:spPr bwMode="auto"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strike="noStrike" spc="-1">
                <a:solidFill>
                  <a:schemeClr val="dk1"/>
                </a:solidFill>
                <a:latin typeface="Arial"/>
                <a:ea typeface="Arial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  <a:ea typeface="Arial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164227797" name="PlaceHolder 4"/>
          <p:cNvSpPr>
            <a:spLocks noGrp="1"/>
          </p:cNvSpPr>
          <p:nvPr>
            <p:ph type="dt" idx="16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419572857" name="PlaceHolder 5"/>
          <p:cNvSpPr>
            <a:spLocks noGrp="1"/>
          </p:cNvSpPr>
          <p:nvPr>
            <p:ph type="ftr" idx="17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19267266" name="PlaceHolder 6"/>
          <p:cNvSpPr>
            <a:spLocks noGrp="1"/>
          </p:cNvSpPr>
          <p:nvPr>
            <p:ph type="sldNum" idx="18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C3BC33E-560D-4FEE-8B0C-5B8B5A22971F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</p:sldLayoutIdLst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7827906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44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179836061" name="PlaceHolder 2"/>
          <p:cNvSpPr>
            <a:spLocks noGrp="1"/>
          </p:cNvSpPr>
          <p:nvPr>
            <p:ph type="body"/>
          </p:nvPr>
        </p:nvSpPr>
        <p:spPr bwMode="auto">
          <a:xfrm>
            <a:off x="839879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400" b="1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805486964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strike="noStrike" spc="-1">
                <a:solidFill>
                  <a:schemeClr val="dk1"/>
                </a:solidFill>
                <a:latin typeface="Arial"/>
                <a:ea typeface="Arial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  <a:ea typeface="Arial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241620005" name="PlaceHolder 4"/>
          <p:cNvSpPr>
            <a:spLocks noGrp="1"/>
          </p:cNvSpPr>
          <p:nvPr>
            <p:ph type="body"/>
          </p:nvPr>
        </p:nvSpPr>
        <p:spPr bwMode="auto"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400" b="1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708065711" name="PlaceHolder 5"/>
          <p:cNvSpPr>
            <a:spLocks noGrp="1"/>
          </p:cNvSpPr>
          <p:nvPr>
            <p:ph type="body"/>
          </p:nvPr>
        </p:nvSpPr>
        <p:spPr bwMode="auto"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strike="noStrike" spc="-1">
                <a:solidFill>
                  <a:schemeClr val="dk1"/>
                </a:solidFill>
                <a:latin typeface="Arial"/>
                <a:ea typeface="Arial"/>
              </a:rPr>
              <a:t>Second level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  <a:ea typeface="Arial"/>
              </a:rPr>
              <a:t>Third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Fourth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1800" b="0" strike="noStrike" spc="-1">
                <a:solidFill>
                  <a:schemeClr val="dk1"/>
                </a:solidFill>
                <a:latin typeface="Arial"/>
                <a:ea typeface="Arial"/>
              </a:rPr>
              <a:t>Fifth level</a:t>
            </a:r>
            <a:endParaRPr lang="en-US" sz="1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122706264" name="PlaceHolder 6"/>
          <p:cNvSpPr>
            <a:spLocks noGrp="1"/>
          </p:cNvSpPr>
          <p:nvPr>
            <p:ph type="dt" idx="19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27173915" name="PlaceHolder 7"/>
          <p:cNvSpPr>
            <a:spLocks noGrp="1"/>
          </p:cNvSpPr>
          <p:nvPr>
            <p:ph type="ftr" idx="20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7292263" name="PlaceHolder 8"/>
          <p:cNvSpPr>
            <a:spLocks noGrp="1"/>
          </p:cNvSpPr>
          <p:nvPr>
            <p:ph type="sldNum" idx="21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23318A5-269D-46FC-B7A4-05D0945EA5C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66037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44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title style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276822489" name="PlaceHolder 2"/>
          <p:cNvSpPr>
            <a:spLocks noGrp="1"/>
          </p:cNvSpPr>
          <p:nvPr>
            <p:ph type="dt" idx="22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9491984" name="PlaceHolder 3"/>
          <p:cNvSpPr>
            <a:spLocks noGrp="1"/>
          </p:cNvSpPr>
          <p:nvPr>
            <p:ph type="ftr" idx="23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635611268" name="PlaceHolder 4"/>
          <p:cNvSpPr>
            <a:spLocks noGrp="1"/>
          </p:cNvSpPr>
          <p:nvPr>
            <p:ph type="sldNum" idx="24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93281E9B-0FE4-4CC2-A39B-0BD86284745B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</p:sldLayoutIdLst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67475" name="PlaceHolder 1"/>
          <p:cNvSpPr>
            <a:spLocks noGrp="1"/>
          </p:cNvSpPr>
          <p:nvPr>
            <p:ph type="dt" idx="25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586974310" name="PlaceHolder 2"/>
          <p:cNvSpPr>
            <a:spLocks noGrp="1"/>
          </p:cNvSpPr>
          <p:nvPr>
            <p:ph type="ftr" idx="26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064735736" name="PlaceHolder 3"/>
          <p:cNvSpPr>
            <a:spLocks noGrp="1"/>
          </p:cNvSpPr>
          <p:nvPr>
            <p:ph type="sldNum" idx="27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21CB1697-70C8-4964-AEA7-D40CD5BA1A77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928156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32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717662565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32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3200" b="0" strike="noStrike" spc="-1">
              <a:solidFill>
                <a:schemeClr val="dk1"/>
              </a:solidFill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800" b="0" strike="noStrike" spc="-1">
                <a:solidFill>
                  <a:schemeClr val="dk1"/>
                </a:solidFill>
                <a:latin typeface="Arial"/>
                <a:ea typeface="Arial"/>
              </a:rPr>
              <a:t>Second level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400" b="0" strike="noStrike" spc="-1">
                <a:solidFill>
                  <a:schemeClr val="dk1"/>
                </a:solidFill>
                <a:latin typeface="Arial"/>
                <a:ea typeface="Arial"/>
              </a:rPr>
              <a:t>Third level</a:t>
            </a:r>
            <a:endParaRPr lang="en-US" sz="2400" b="0" strike="noStrike" spc="-1">
              <a:solidFill>
                <a:schemeClr val="dk1"/>
              </a:solidFill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  <a:ea typeface="Arial"/>
              </a:rPr>
              <a:t>Fourth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  <a:defRPr/>
            </a:pPr>
            <a:r>
              <a:rPr lang="en-US" sz="2000" b="0" strike="noStrike" spc="-1">
                <a:solidFill>
                  <a:schemeClr val="dk1"/>
                </a:solidFill>
                <a:latin typeface="Arial"/>
                <a:ea typeface="Arial"/>
              </a:rPr>
              <a:t>Fifth level</a:t>
            </a:r>
            <a:endParaRPr lang="en-US" sz="20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726641915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16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268985328" name="PlaceHolder 4"/>
          <p:cNvSpPr>
            <a:spLocks noGrp="1"/>
          </p:cNvSpPr>
          <p:nvPr>
            <p:ph type="dt" idx="28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251221872" name="PlaceHolder 5"/>
          <p:cNvSpPr>
            <a:spLocks noGrp="1"/>
          </p:cNvSpPr>
          <p:nvPr>
            <p:ph type="ftr" idx="29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39397550" name="PlaceHolder 6"/>
          <p:cNvSpPr>
            <a:spLocks noGrp="1"/>
          </p:cNvSpPr>
          <p:nvPr>
            <p:ph type="sldNum" idx="30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771956B3-82D9-4D92-AF4C-6D0B4B5A7FDA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0">
          <a:blip r:embed="rId3"/>
          <a:tile algn="tl" sx="99988" sy="99989" tx="0" ty="0"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6051769" name="PlaceHolder 1"/>
          <p:cNvSpPr>
            <a:spLocks noGrp="1"/>
          </p:cNvSpPr>
          <p:nvPr>
            <p:ph type="title"/>
          </p:nvPr>
        </p:nvSpPr>
        <p:spPr bwMode="auto">
          <a:xfrm>
            <a:off x="839879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32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title style</a:t>
            </a:r>
            <a:endParaRPr lang="en-US" sz="32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363051371" name="PlaceHolder 2"/>
          <p:cNvSpPr>
            <a:spLocks noGrp="1"/>
          </p:cNvSpPr>
          <p:nvPr>
            <p:ph type="body"/>
          </p:nvPr>
        </p:nvSpPr>
        <p:spPr bwMode="auto"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pos="0" algn="l"/>
              </a:tabLst>
              <a:defRPr/>
            </a:pPr>
            <a:r>
              <a:rPr lang="en-US" sz="3200" b="0" strike="noStrike" spc="-1">
                <a:solidFill>
                  <a:schemeClr val="dk1"/>
                </a:solidFill>
                <a:latin typeface="Arial"/>
                <a:ea typeface="Arial"/>
              </a:rPr>
              <a:t>Click icon to add picture</a:t>
            </a:r>
            <a:endParaRPr lang="en-US" sz="32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350422753" name="PlaceHolder 3"/>
          <p:cNvSpPr>
            <a:spLocks noGrp="1"/>
          </p:cNvSpPr>
          <p:nvPr>
            <p:ph type="body"/>
          </p:nvPr>
        </p:nvSpPr>
        <p:spPr bwMode="auto">
          <a:xfrm>
            <a:off x="839879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1600" b="0" strike="noStrike" spc="-1">
                <a:solidFill>
                  <a:schemeClr val="dk1"/>
                </a:solidFill>
                <a:latin typeface="Arial"/>
                <a:ea typeface="Arial"/>
              </a:rPr>
              <a:t>Click to edit Master text styles</a:t>
            </a:r>
            <a:endParaRPr lang="en-US" sz="16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763965764" name="PlaceHolder 4"/>
          <p:cNvSpPr>
            <a:spLocks noGrp="1"/>
          </p:cNvSpPr>
          <p:nvPr>
            <p:ph type="dt" idx="31"/>
          </p:nvPr>
        </p:nvSpPr>
        <p:spPr bwMode="auto"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defTabSz="914400">
              <a:lnSpc>
                <a:spcPct val="100000"/>
              </a:lnSpc>
              <a:buNone/>
              <a:defRPr/>
            </a:pPr>
            <a:r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&lt;date/time&gt;</a:t>
            </a:r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1875469299" name="PlaceHolder 5"/>
          <p:cNvSpPr>
            <a:spLocks noGrp="1"/>
          </p:cNvSpPr>
          <p:nvPr>
            <p:ph type="ftr" idx="32"/>
          </p:nvPr>
        </p:nvSpPr>
        <p:spPr bwMode="auto"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strike="noStrike" spc="-1">
                <a:solidFill>
                  <a:srgbClr val="FFFFFF"/>
                </a:solidFill>
                <a:latin typeface="Times New Roman"/>
              </a:defRPr>
            </a:lvl1pPr>
          </a:lstStyle>
          <a:p>
            <a:pPr indent="0" algn="ctr">
              <a:buNone/>
              <a:defRPr/>
            </a:pPr>
            <a:r>
              <a:rPr lang="en-US" sz="1400" b="0" strike="noStrike" spc="-1">
                <a:solidFill>
                  <a:srgbClr val="FFFFFF"/>
                </a:solidFill>
                <a:latin typeface="Times New Roman"/>
              </a:rPr>
              <a:t>&lt;footer&gt;</a:t>
            </a:r>
            <a:endParaRPr lang="en-US" sz="1400" b="0" strike="noStrike" spc="-1">
              <a:solidFill>
                <a:srgbClr val="FFFFFF"/>
              </a:solidFill>
              <a:latin typeface="Times New Roman"/>
            </a:endParaRPr>
          </a:p>
        </p:txBody>
      </p:sp>
      <p:sp>
        <p:nvSpPr>
          <p:cNvPr id="79268501" name="PlaceHolder 6"/>
          <p:cNvSpPr>
            <a:spLocks noGrp="1"/>
          </p:cNvSpPr>
          <p:nvPr>
            <p:ph type="sldNum" idx="33"/>
          </p:nvPr>
        </p:nvSpPr>
        <p:spPr bwMode="auto"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defRPr/>
            </a:pPr>
            <a:fld id="{D87AFA05-B202-4800-8DD9-E0D1DDC36296}" type="slidenum">
              <a:rPr lang="en-US" sz="1200" b="0" strike="noStrike" spc="-1">
                <a:solidFill>
                  <a:schemeClr val="dk1">
                    <a:tint val="75000"/>
                  </a:schemeClr>
                </a:solidFill>
                <a:latin typeface="Arial"/>
                <a:ea typeface="Arial"/>
              </a:rPr>
              <a:t>&lt;number&gt;</a:t>
            </a:fld>
            <a:endParaRPr lang="en-US" sz="1200" b="0" strike="noStrike" spc="-1">
              <a:solidFill>
                <a:srgbClr val="FFFFFF"/>
              </a:solid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jp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2.pn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3.png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456533" name="PlaceHolder 1"/>
          <p:cNvSpPr>
            <a:spLocks noGrp="1"/>
          </p:cNvSpPr>
          <p:nvPr>
            <p:ph type="title"/>
          </p:nvPr>
        </p:nvSpPr>
        <p:spPr bwMode="auto">
          <a:xfrm>
            <a:off x="340200" y="314280"/>
            <a:ext cx="9143640" cy="1867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defRPr/>
            </a:pPr>
            <a:r>
              <a:rPr lang="en-US" sz="96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Medicine Man</a:t>
            </a:r>
            <a:endParaRPr lang="en-US" sz="96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656042034" name="PlaceHolder 2"/>
          <p:cNvSpPr>
            <a:spLocks noGrp="1"/>
          </p:cNvSpPr>
          <p:nvPr>
            <p:ph type="subTitle"/>
          </p:nvPr>
        </p:nvSpPr>
        <p:spPr bwMode="auto">
          <a:xfrm>
            <a:off x="5347440" y="2265840"/>
            <a:ext cx="4545720" cy="928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pos="0" algn="l"/>
              </a:tabLst>
              <a:defRPr/>
            </a:pPr>
            <a:r>
              <a:rPr lang="en-US" sz="28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Отбор: Shte Vidim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7215782" name="PlaceHolder 1"/>
          <p:cNvSpPr>
            <a:spLocks noGrp="1"/>
          </p:cNvSpPr>
          <p:nvPr>
            <p:ph type="title"/>
          </p:nvPr>
        </p:nvSpPr>
        <p:spPr bwMode="auto">
          <a:xfrm>
            <a:off x="721080" y="251640"/>
            <a:ext cx="5755320" cy="138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8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Нашият отбор:</a:t>
            </a:r>
            <a:endParaRPr lang="en-US" sz="480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292423678" name="" descr=""/>
          <p:cNvPicPr/>
          <p:nvPr/>
        </p:nvPicPr>
        <p:blipFill rotWithShape="1">
          <a:blip r:embed="rId3"/>
          <a:srcRect l="0" t="0" r="0" b="30811"/>
          <a:stretch/>
        </p:blipFill>
        <p:spPr bwMode="auto">
          <a:xfrm rot="21117000">
            <a:off x="8129520" y="369720"/>
            <a:ext cx="2555280" cy="2405519"/>
          </a:xfrm>
          <a:prstGeom prst="rect">
            <a:avLst/>
          </a:prstGeom>
          <a:ln w="12700">
            <a:solidFill>
              <a:srgbClr val="000000"/>
            </a:solidFill>
            <a:round/>
          </a:ln>
        </p:spPr>
      </p:pic>
      <p:pic>
        <p:nvPicPr>
          <p:cNvPr id="1906822581" name="" descr=""/>
          <p:cNvPicPr/>
          <p:nvPr/>
        </p:nvPicPr>
        <p:blipFill rotWithShape="1">
          <a:blip r:embed="rId4"/>
          <a:srcRect l="0" t="6543" r="0" b="6274"/>
          <a:stretch/>
        </p:blipFill>
        <p:spPr bwMode="auto">
          <a:xfrm>
            <a:off x="4359240" y="1632960"/>
            <a:ext cx="1736280" cy="1642680"/>
          </a:xfrm>
          <a:prstGeom prst="rect">
            <a:avLst/>
          </a:prstGeom>
          <a:ln w="12700">
            <a:solidFill>
              <a:srgbClr val="000000"/>
            </a:solidFill>
            <a:round/>
          </a:ln>
        </p:spPr>
      </p:pic>
      <p:pic>
        <p:nvPicPr>
          <p:cNvPr id="26427585" name="" descr=""/>
          <p:cNvPicPr/>
          <p:nvPr/>
        </p:nvPicPr>
        <p:blipFill rotWithShape="1">
          <a:blip r:embed="rId5"/>
          <a:srcRect l="0" t="19911" r="0" b="3736"/>
          <a:stretch/>
        </p:blipFill>
        <p:spPr bwMode="auto">
          <a:xfrm rot="21018000">
            <a:off x="2326320" y="2433600"/>
            <a:ext cx="1613880" cy="1642680"/>
          </a:xfrm>
          <a:prstGeom prst="rect">
            <a:avLst/>
          </a:prstGeom>
          <a:ln w="12700">
            <a:solidFill>
              <a:srgbClr val="000000"/>
            </a:solidFill>
            <a:round/>
          </a:ln>
        </p:spPr>
      </p:pic>
      <p:pic>
        <p:nvPicPr>
          <p:cNvPr id="2089105777" name="" descr=""/>
          <p:cNvPicPr/>
          <p:nvPr/>
        </p:nvPicPr>
        <p:blipFill rotWithShape="1">
          <a:blip r:embed="rId6"/>
          <a:srcRect l="0" t="13656" r="0" b="10986"/>
          <a:stretch/>
        </p:blipFill>
        <p:spPr bwMode="auto">
          <a:xfrm rot="790200">
            <a:off x="261000" y="2184840"/>
            <a:ext cx="1635120" cy="1642680"/>
          </a:xfrm>
          <a:prstGeom prst="rect">
            <a:avLst/>
          </a:prstGeom>
          <a:ln w="12700">
            <a:solidFill>
              <a:srgbClr val="000000"/>
            </a:solidFill>
            <a:round/>
          </a:ln>
        </p:spPr>
      </p:pic>
      <p:pic>
        <p:nvPicPr>
          <p:cNvPr id="1703186740" name="" descr=""/>
          <p:cNvPicPr/>
          <p:nvPr/>
        </p:nvPicPr>
        <p:blipFill rotWithShape="1">
          <a:blip r:embed="rId7"/>
          <a:srcRect l="0" t="9454" r="0" b="27218"/>
          <a:stretch/>
        </p:blipFill>
        <p:spPr bwMode="auto">
          <a:xfrm rot="502199">
            <a:off x="6438600" y="2902680"/>
            <a:ext cx="1593000" cy="1793160"/>
          </a:xfrm>
          <a:prstGeom prst="rect">
            <a:avLst/>
          </a:prstGeom>
          <a:ln w="12700">
            <a:solidFill>
              <a:srgbClr val="000000"/>
            </a:solidFill>
            <a:round/>
          </a:ln>
        </p:spPr>
      </p:pic>
      <p:pic>
        <p:nvPicPr>
          <p:cNvPr id="303482347" name="" descr=""/>
          <p:cNvPicPr/>
          <p:nvPr/>
        </p:nvPicPr>
        <p:blipFill rotWithShape="1">
          <a:blip r:embed="rId8"/>
          <a:srcRect l="0" t="16688" r="0" b="15170"/>
          <a:stretch/>
        </p:blipFill>
        <p:spPr bwMode="auto">
          <a:xfrm rot="491999">
            <a:off x="3993120" y="4433040"/>
            <a:ext cx="1811880" cy="1645920"/>
          </a:xfrm>
          <a:prstGeom prst="rect">
            <a:avLst/>
          </a:prstGeom>
          <a:ln w="12700">
            <a:solidFill>
              <a:srgbClr val="000000"/>
            </a:solidFill>
            <a:round/>
          </a:ln>
        </p:spPr>
      </p:pic>
      <p:sp>
        <p:nvSpPr>
          <p:cNvPr id="758850628" name=""/>
          <p:cNvSpPr/>
          <p:nvPr/>
        </p:nvSpPr>
        <p:spPr bwMode="auto">
          <a:xfrm rot="21159600">
            <a:off x="8342280" y="2831760"/>
            <a:ext cx="37382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bg-BG" sz="22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ментор</a:t>
            </a:r>
            <a:endParaRPr lang="en-US" sz="22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bg-BG" sz="20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Никола Кръстанов</a:t>
            </a:r>
            <a:endParaRPr lang="en-US" sz="20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4059488" name=""/>
          <p:cNvSpPr/>
          <p:nvPr/>
        </p:nvSpPr>
        <p:spPr bwMode="auto">
          <a:xfrm>
            <a:off x="6168600" y="1512000"/>
            <a:ext cx="1985759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bg-BG" sz="1800" b="0" strike="noStrike" spc="-1">
                <a:solidFill>
                  <a:schemeClr val="lt1"/>
                </a:solidFill>
                <a:latin typeface="Arial"/>
                <a:ea typeface="Arial"/>
              </a:rPr>
              <a:t>Ивелина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bg-BG" sz="1800" b="0" strike="noStrike" spc="-1">
                <a:solidFill>
                  <a:schemeClr val="lt1"/>
                </a:solidFill>
                <a:latin typeface="Arial"/>
                <a:ea typeface="Arial"/>
              </a:rPr>
              <a:t>Кръстанова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2116991" name=""/>
          <p:cNvSpPr/>
          <p:nvPr/>
        </p:nvSpPr>
        <p:spPr bwMode="auto">
          <a:xfrm rot="551999">
            <a:off x="6161400" y="4857840"/>
            <a:ext cx="320868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bg-BG" sz="1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Виктор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r>
              <a:rPr lang="bg-BG" sz="1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Ванчов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8051762" name=""/>
          <p:cNvSpPr/>
          <p:nvPr/>
        </p:nvSpPr>
        <p:spPr bwMode="auto">
          <a:xfrm rot="20502000">
            <a:off x="2191680" y="4041000"/>
            <a:ext cx="258012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bg-BG" sz="1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Алексей Стойновски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693935" name=""/>
          <p:cNvSpPr/>
          <p:nvPr/>
        </p:nvSpPr>
        <p:spPr bwMode="auto">
          <a:xfrm rot="914399">
            <a:off x="1800" y="4017600"/>
            <a:ext cx="258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bg-BG" sz="1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Илиян Сахатчиев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7216352" name=""/>
          <p:cNvSpPr/>
          <p:nvPr/>
        </p:nvSpPr>
        <p:spPr bwMode="auto">
          <a:xfrm>
            <a:off x="3668400" y="6143760"/>
            <a:ext cx="436536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bg-BG" sz="18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Александър Симеонов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6050148" name="PlaceHolder 1"/>
          <p:cNvSpPr>
            <a:spLocks noGrp="1"/>
          </p:cNvSpPr>
          <p:nvPr>
            <p:ph type="title"/>
          </p:nvPr>
        </p:nvSpPr>
        <p:spPr bwMode="auto">
          <a:xfrm>
            <a:off x="721080" y="251640"/>
            <a:ext cx="6886080" cy="138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Arial"/>
              </a:rPr>
              <a:t>Идеята – от къде и защо?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626351733" name=""/>
          <p:cNvSpPr/>
          <p:nvPr/>
        </p:nvSpPr>
        <p:spPr bwMode="auto">
          <a:xfrm>
            <a:off x="559440" y="1689840"/>
            <a:ext cx="7418160" cy="33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Проблемите на хората с деменция: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•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забравят</a:t>
            </a:r>
            <a:r>
              <a:rPr lang="en-US" sz="2800" b="0" strike="noStrike" spc="-1">
                <a:solidFill>
                  <a:schemeClr val="lt1"/>
                </a:solidFill>
                <a:latin typeface="Arial"/>
                <a:ea typeface="Arial"/>
              </a:rPr>
              <a:t> </a:t>
            </a: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да си вземат лекарствата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684000" lvl="1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със звук се целим да им помогнем да си вземат лекарствата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•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вземат грешните лекарства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794160" lvl="1" indent="-39420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с лампички се показва правилното лекарство в съответния раздел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2338432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Актуализация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19239118" name="PlaceHolder 2"/>
          <p:cNvSpPr>
            <a:spLocks noGrp="1"/>
          </p:cNvSpPr>
          <p:nvPr>
            <p:ph/>
          </p:nvPr>
        </p:nvSpPr>
        <p:spPr bwMode="auto">
          <a:xfrm>
            <a:off x="838080" y="1825560"/>
            <a:ext cx="939240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Успяхме да направим прототип на кутията, които има нагласящи се периоди на взимане</a:t>
            </a: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Arial"/>
              </a:rPr>
              <a:t> и показва кое лекарство трябва да се вземе.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Направихме</a:t>
            </a: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Arial"/>
              </a:rPr>
              <a:t> и сайт, който да се свърже с кутията и да нагласи всички специфики.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endParaRPr lang="en-US" sz="2800" b="0" strike="noStrike" spc="-1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773532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Технологии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024577920" name="" descr=""/>
          <p:cNvPicPr/>
          <p:nvPr/>
        </p:nvPicPr>
        <p:blipFill rotWithShape="1">
          <a:blip r:embed="rId3"/>
          <a:stretch/>
        </p:blipFill>
        <p:spPr bwMode="auto">
          <a:xfrm>
            <a:off x="897840" y="1959120"/>
            <a:ext cx="2037960" cy="2037960"/>
          </a:xfrm>
          <a:prstGeom prst="rect">
            <a:avLst/>
          </a:prstGeom>
          <a:ln w="0">
            <a:noFill/>
          </a:ln>
        </p:spPr>
      </p:pic>
      <p:pic>
        <p:nvPicPr>
          <p:cNvPr id="2142402748" name="" descr=""/>
          <p:cNvPicPr/>
          <p:nvPr/>
        </p:nvPicPr>
        <p:blipFill rotWithShape="1">
          <a:blip r:embed="rId4"/>
          <a:srcRect l="37675" t="21861" r="36798" b="22180"/>
          <a:stretch/>
        </p:blipFill>
        <p:spPr bwMode="auto">
          <a:xfrm>
            <a:off x="3311280" y="1595520"/>
            <a:ext cx="1834560" cy="2574720"/>
          </a:xfrm>
          <a:prstGeom prst="rect">
            <a:avLst/>
          </a:prstGeom>
          <a:ln w="0">
            <a:noFill/>
          </a:ln>
        </p:spPr>
      </p:pic>
      <p:pic>
        <p:nvPicPr>
          <p:cNvPr id="187577361" name="" descr=""/>
          <p:cNvPicPr/>
          <p:nvPr/>
        </p:nvPicPr>
        <p:blipFill rotWithShape="1">
          <a:blip r:embed="rId5"/>
          <a:stretch/>
        </p:blipFill>
        <p:spPr bwMode="auto">
          <a:xfrm>
            <a:off x="4952880" y="1959120"/>
            <a:ext cx="2362680" cy="2362680"/>
          </a:xfrm>
          <a:prstGeom prst="rect">
            <a:avLst/>
          </a:prstGeom>
          <a:ln w="0">
            <a:noFill/>
          </a:ln>
        </p:spPr>
      </p:pic>
      <p:pic>
        <p:nvPicPr>
          <p:cNvPr id="1627531244" name="" descr=""/>
          <p:cNvPicPr/>
          <p:nvPr/>
        </p:nvPicPr>
        <p:blipFill rotWithShape="1">
          <a:blip r:embed="rId6"/>
          <a:stretch/>
        </p:blipFill>
        <p:spPr bwMode="auto">
          <a:xfrm>
            <a:off x="6182280" y="1729440"/>
            <a:ext cx="4074840" cy="23061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135048" name="PlaceHolder 1"/>
          <p:cNvSpPr>
            <a:spLocks noGrp="1"/>
          </p:cNvSpPr>
          <p:nvPr>
            <p:ph type="title"/>
          </p:nvPr>
        </p:nvSpPr>
        <p:spPr bwMode="auto">
          <a:xfrm>
            <a:off x="5284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Блокова схема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1833990664" name="" descr=""/>
          <p:cNvPicPr/>
          <p:nvPr/>
        </p:nvPicPr>
        <p:blipFill rotWithShape="1">
          <a:blip r:embed="rId3"/>
          <a:stretch/>
        </p:blipFill>
        <p:spPr bwMode="auto">
          <a:xfrm>
            <a:off x="1937880" y="1476360"/>
            <a:ext cx="8315640" cy="4818600"/>
          </a:xfrm>
          <a:prstGeom prst="rect">
            <a:avLst/>
          </a:prstGeom>
          <a:ln w="12700">
            <a:solidFill>
              <a:srgbClr val="000000"/>
            </a:solidFill>
            <a:round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797658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Принципна електрическа схема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pic>
        <p:nvPicPr>
          <p:cNvPr id="910275332" name="" descr=""/>
          <p:cNvPicPr/>
          <p:nvPr/>
        </p:nvPicPr>
        <p:blipFill rotWithShape="1">
          <a:blip r:embed="rId3"/>
          <a:stretch/>
        </p:blipFill>
        <p:spPr bwMode="auto">
          <a:xfrm>
            <a:off x="1991160" y="1690560"/>
            <a:ext cx="8209080" cy="4762080"/>
          </a:xfrm>
          <a:prstGeom prst="rect">
            <a:avLst/>
          </a:prstGeom>
          <a:ln w="12700">
            <a:solidFill>
              <a:srgbClr val="000000"/>
            </a:solidFill>
            <a:round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8396549" name=""/>
          <p:cNvSpPr/>
          <p:nvPr/>
        </p:nvSpPr>
        <p:spPr bwMode="auto">
          <a:xfrm>
            <a:off x="2638080" y="2240640"/>
            <a:ext cx="742032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bg-BG" sz="72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Демонстрация</a:t>
            </a:r>
            <a:endParaRPr lang="en-US" sz="72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0655529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Анализ на живота на батерията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131025680" name="PlaceHolder 2"/>
          <p:cNvSpPr>
            <a:spLocks noGrp="1"/>
          </p:cNvSpPr>
          <p:nvPr>
            <p:ph/>
          </p:nvPr>
        </p:nvSpPr>
        <p:spPr bwMode="auto">
          <a:xfrm>
            <a:off x="445320" y="157572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Капацитет: </a:t>
            </a:r>
            <a:r>
              <a:rPr lang="en-US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600 mAh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Изчисления – спрямо целодневна работа на проекта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Консумация на ток: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Arduino Uno R4: 140 mA 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2xLEDs и зумери(Средно работят по 1 час на ден): 80 mA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IR Sensor: 25 mA 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  <a:p>
            <a:pPr marL="457200" indent="0" defTabSz="914400">
              <a:lnSpc>
                <a:spcPct val="90000"/>
              </a:lnSpc>
              <a:spcBef>
                <a:spcPts val="499"/>
              </a:spcBef>
              <a:buNone/>
              <a:tabLst>
                <a:tab pos="0" algn="l"/>
              </a:tabLst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I       = 140+ (80 * 1/24)+25=168.33 mA</a:t>
            </a:r>
            <a:endParaRPr lang="en-US" sz="28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843846674" name=""/>
          <p:cNvSpPr/>
          <p:nvPr/>
        </p:nvSpPr>
        <p:spPr bwMode="auto">
          <a:xfrm>
            <a:off x="983520" y="4574880"/>
            <a:ext cx="19882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en-US" sz="1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total</a:t>
            </a: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6430229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Процес на разработка: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18576550" name="PlaceHolder 2"/>
          <p:cNvSpPr>
            <a:spLocks noGrp="1"/>
          </p:cNvSpPr>
          <p:nvPr>
            <p:ph/>
          </p:nvPr>
        </p:nvSpPr>
        <p:spPr bwMode="auto">
          <a:xfrm>
            <a:off x="457200" y="1592640"/>
            <a:ext cx="273420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bg-BG" sz="2600" b="0" u="sng" strike="noStrike" spc="-1">
                <a:solidFill>
                  <a:schemeClr val="lt1"/>
                </a:solidFill>
                <a:latin typeface="Ubuntu Sans"/>
                <a:ea typeface="Ubuntu Sans"/>
              </a:rPr>
              <a:t>Сряда</a:t>
            </a:r>
            <a:endParaRPr lang="en-US" sz="2600" b="0" strike="noStrike" spc="-1">
              <a:solidFill>
                <a:schemeClr val="dk1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en-US" sz="26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Brainstorming </a:t>
            </a:r>
            <a:r>
              <a:rPr lang="bg-BG" sz="26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за идея</a:t>
            </a:r>
            <a:endParaRPr lang="en-US" sz="2600" b="0" strike="noStrike" spc="-1">
              <a:solidFill>
                <a:schemeClr val="dk1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bg-BG" sz="26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3</a:t>
            </a:r>
            <a:r>
              <a:rPr lang="en-US" sz="26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D </a:t>
            </a:r>
            <a:r>
              <a:rPr lang="bg-BG" sz="26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модел и принтиране </a:t>
            </a:r>
            <a:endParaRPr lang="en-US" sz="2600" b="0" strike="noStrike" spc="-1">
              <a:solidFill>
                <a:schemeClr val="dk1"/>
              </a:solidFill>
              <a:latin typeface="Arial"/>
            </a:endParaRPr>
          </a:p>
          <a:p>
            <a:pPr indent="0" algn="ctr" defTabSz="914400">
              <a:lnSpc>
                <a:spcPct val="90000"/>
              </a:lnSpc>
              <a:spcBef>
                <a:spcPts val="1001"/>
              </a:spcBef>
              <a:buNone/>
              <a:tabLst>
                <a:tab pos="0" algn="l"/>
              </a:tabLst>
              <a:defRPr/>
            </a:pPr>
            <a:r>
              <a:rPr lang="bg-BG" sz="26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Създаване на няколко скици на сайта</a:t>
            </a:r>
            <a:endParaRPr lang="en-US" sz="26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481828041" name="Content Placeholder 2"/>
          <p:cNvSpPr/>
          <p:nvPr/>
        </p:nvSpPr>
        <p:spPr bwMode="auto">
          <a:xfrm>
            <a:off x="3361320" y="1592640"/>
            <a:ext cx="2734200" cy="43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ctr"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  <a:defRPr/>
            </a:pPr>
            <a:r>
              <a:rPr lang="bg-BG" sz="2600" b="0" u="sng" strike="noStrike" spc="-1">
                <a:solidFill>
                  <a:schemeClr val="lt1"/>
                </a:solidFill>
                <a:latin typeface="Ubuntu Sans"/>
                <a:ea typeface="Ubuntu Sans"/>
              </a:rPr>
              <a:t>Четвъртък</a:t>
            </a:r>
            <a:endParaRPr lang="en-US" sz="26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Arial"/>
              </a:rPr>
              <a:t>Създаване на сайта и правене на основния код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Arial"/>
              </a:rPr>
              <a:t>Рисуване на дизайнове и лого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7507689" name="Content Placeholder 2"/>
          <p:cNvSpPr/>
          <p:nvPr/>
        </p:nvSpPr>
        <p:spPr bwMode="auto">
          <a:xfrm>
            <a:off x="6486374" y="1592640"/>
            <a:ext cx="2734200" cy="435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anchor="t">
            <a:normAutofit/>
          </a:bodyPr>
          <a:p>
            <a:pPr algn="ctr"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  <a:defRPr/>
            </a:pPr>
            <a:r>
              <a:rPr lang="bg-BG" sz="2800" b="0" u="sng" strike="noStrike" spc="-1">
                <a:solidFill>
                  <a:schemeClr val="lt1"/>
                </a:solidFill>
                <a:latin typeface="Ubuntu Sans"/>
                <a:ea typeface="Arial"/>
              </a:rPr>
              <a:t>Петък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Arial"/>
              </a:rPr>
              <a:t>Направихме проекта да функционира 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  <a:defRPr/>
            </a:pPr>
            <a:r>
              <a:rPr lang="en-US" sz="2800" b="0" strike="noStrike" spc="-1">
                <a:solidFill>
                  <a:schemeClr val="lt1"/>
                </a:solidFill>
                <a:latin typeface="Ubuntu Sans"/>
                <a:ea typeface="Arial"/>
              </a:rPr>
              <a:t>Live demo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algn="ctr" defTabSz="914400">
              <a:lnSpc>
                <a:spcPct val="90000"/>
              </a:lnSpc>
              <a:spcBef>
                <a:spcPts val="998"/>
              </a:spcBef>
              <a:tabLst>
                <a:tab pos="0" algn="l"/>
              </a:tabLst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Arial"/>
              </a:rPr>
              <a:t>Презентация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532345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en-US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Medicine Man </a:t>
            </a: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в бъдещето: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964076037" name=""/>
          <p:cNvSpPr/>
          <p:nvPr/>
        </p:nvSpPr>
        <p:spPr bwMode="auto">
          <a:xfrm>
            <a:off x="905760" y="1895400"/>
            <a:ext cx="10438920" cy="36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endParaRPr lang="en-US" sz="1800" b="0" strike="noStrike" spc="-1">
              <a:solidFill>
                <a:schemeClr val="dk1"/>
              </a:solidFill>
              <a:latin typeface="Arial"/>
              <a:ea typeface="Arial"/>
            </a:endParaRPr>
          </a:p>
        </p:txBody>
      </p:sp>
      <p:sp>
        <p:nvSpPr>
          <p:cNvPr id="1764088239" name=""/>
          <p:cNvSpPr/>
          <p:nvPr/>
        </p:nvSpPr>
        <p:spPr bwMode="auto">
          <a:xfrm>
            <a:off x="905760" y="1615320"/>
            <a:ext cx="7454160" cy="40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да избереш модел на кутията (и колко раздела има в нея)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при 5 минути без изключване на алармата се звъни на извънреден контакт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да може да се избира всякаква песен за алармата 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Arial"/>
                <a:ea typeface="Arial"/>
              </a:rPr>
              <a:t>сензор за тежест, който разбира дали са взети лекарствата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503650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Нашето преживяване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243050117" name=""/>
          <p:cNvSpPr/>
          <p:nvPr/>
        </p:nvSpPr>
        <p:spPr bwMode="auto">
          <a:xfrm>
            <a:off x="477360" y="1614600"/>
            <a:ext cx="9156960" cy="335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За нас беше едно много </a:t>
            </a:r>
            <a:r>
              <a:rPr lang="en-US" sz="2800" b="0" i="1" u="sng" strike="noStrike" spc="-1">
                <a:solidFill>
                  <a:schemeClr val="lt1"/>
                </a:solidFill>
                <a:latin typeface="Ubuntu Sans"/>
                <a:ea typeface="Ubuntu Sans"/>
              </a:rPr>
              <a:t>BIZZARE</a:t>
            </a:r>
            <a:r>
              <a:rPr lang="en-US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 </a:t>
            </a: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преживяване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Истински </a:t>
            </a:r>
            <a:r>
              <a:rPr lang="en-US" sz="2800" b="0" i="1" u="sng" strike="noStrike" spc="-1">
                <a:solidFill>
                  <a:schemeClr val="lt1"/>
                </a:solidFill>
                <a:latin typeface="Ubuntu Sans"/>
                <a:ea typeface="Ubuntu Sans"/>
              </a:rPr>
              <a:t>ADVENTURE</a:t>
            </a:r>
            <a:r>
              <a:rPr lang="en-US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 </a:t>
            </a: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в сфери, в които никога не сме работили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Половината се разболяхме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Менторът ни идваше с части само след 14 часа 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Много се забавлявахме и смятаме да участваме всяка година до края на обучението ни в ТУЕС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defRPr/>
            </a:pPr>
            <a:endParaRPr lang="en-US" sz="18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8872227" name="PlaceHolder 1"/>
          <p:cNvSpPr>
            <a:spLocks noGrp="1"/>
          </p:cNvSpPr>
          <p:nvPr>
            <p:ph type="title"/>
          </p:nvPr>
        </p:nvSpPr>
        <p:spPr bwMode="auto"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  <a:defRPr/>
            </a:pPr>
            <a:r>
              <a:rPr lang="bg-BG" sz="4400" b="1" strike="noStrike" spc="-1">
                <a:solidFill>
                  <a:schemeClr val="lt1"/>
                </a:solidFill>
                <a:latin typeface="Ubuntu Sans"/>
                <a:ea typeface="Ubuntu Sans"/>
              </a:rPr>
              <a:t>Какво научихме</a:t>
            </a:r>
            <a:endParaRPr lang="en-US" sz="4400" b="0" strike="noStrike" spc="-1">
              <a:solidFill>
                <a:schemeClr val="dk1"/>
              </a:solidFill>
              <a:latin typeface="Arial"/>
            </a:endParaRPr>
          </a:p>
        </p:txBody>
      </p:sp>
      <p:sp>
        <p:nvSpPr>
          <p:cNvPr id="84195591" name=""/>
          <p:cNvSpPr/>
          <p:nvPr/>
        </p:nvSpPr>
        <p:spPr bwMode="auto">
          <a:xfrm>
            <a:off x="838080" y="1630440"/>
            <a:ext cx="9512640" cy="17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работа с </a:t>
            </a:r>
            <a:r>
              <a:rPr lang="en-US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Arduino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en-US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HTML и</a:t>
            </a: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 създаване на сайт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как да използваме изкуствен интелект ефективно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  <a:p>
            <a:pPr marL="284040" indent="-284040" defTabSz="914400">
              <a:lnSpc>
                <a:spcPct val="100000"/>
              </a:lnSpc>
              <a:buClr>
                <a:srgbClr val="FFFFFF"/>
              </a:buClr>
              <a:buFont typeface="Arial"/>
              <a:buChar char="–"/>
              <a:defRPr/>
            </a:pPr>
            <a:r>
              <a:rPr lang="bg-BG" sz="2800" b="0" strike="noStrike" spc="-1">
                <a:solidFill>
                  <a:schemeClr val="lt1"/>
                </a:solidFill>
                <a:latin typeface="Ubuntu Sans"/>
                <a:ea typeface="Ubuntu Sans"/>
              </a:rPr>
              <a:t>работа в екип</a:t>
            </a:r>
            <a:endParaRPr lang="en-US" sz="2800" b="0" strike="noStrike" spc="-1">
              <a:solidFill>
                <a:srgbClr val="FFFFFF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923020" name=""/>
          <p:cNvSpPr/>
          <p:nvPr/>
        </p:nvSpPr>
        <p:spPr bwMode="auto">
          <a:xfrm>
            <a:off x="810720" y="1238400"/>
            <a:ext cx="984132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horzOverflow="overflow" numCol="1" spcCol="0" anchor="t">
            <a:spAutoFit/>
          </a:bodyPr>
          <a:p>
            <a:pPr defTabSz="914400">
              <a:lnSpc>
                <a:spcPct val="100000"/>
              </a:lnSpc>
              <a:defRPr/>
            </a:pPr>
            <a:r>
              <a:rPr lang="bg-BG" sz="4800" b="0" strike="noStrike" spc="-1">
                <a:solidFill>
                  <a:schemeClr val="lt1"/>
                </a:solidFill>
                <a:latin typeface="Arial"/>
                <a:ea typeface="Arial"/>
              </a:rPr>
              <a:t>Благодарим Ви за вниманието!</a:t>
            </a:r>
            <a:endParaRPr lang="en-US" sz="4800" b="0" strike="noStrike" spc="-1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60561114" name="" descr=""/>
          <p:cNvPicPr/>
          <p:nvPr/>
        </p:nvPicPr>
        <p:blipFill rotWithShape="1">
          <a:blip r:embed="rId3"/>
          <a:stretch/>
        </p:blipFill>
        <p:spPr bwMode="auto">
          <a:xfrm>
            <a:off x="3990240" y="2304360"/>
            <a:ext cx="3482280" cy="283356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_rels/theme3.xml.rels><?xml version="1.0" encoding="UTF-8" standalone="yes"?><Relationships xmlns="http://schemas.openxmlformats.org/package/2006/relationships"></Relationships>
</file>

<file path=ppt/theme/_rels/theme4.xml.rels><?xml version="1.0" encoding="UTF-8" standalone="yes"?><Relationships xmlns="http://schemas.openxmlformats.org/package/2006/relationships"></Relationships>
</file>

<file path=ppt/theme/_rels/theme5.xml.rels><?xml version="1.0" encoding="UTF-8" standalone="yes"?><Relationships xmlns="http://schemas.openxmlformats.org/package/2006/relationships"></Relationships>
</file>

<file path=ppt/theme/_rels/theme6.xml.rels><?xml version="1.0" encoding="UTF-8" standalone="yes"?><Relationships xmlns="http://schemas.openxmlformats.org/package/2006/relationships"></Relationships>
</file>

<file path=ppt/theme/_rels/theme7.xml.rels><?xml version="1.0" encoding="UTF-8" standalone="yes"?><Relationships xmlns="http://schemas.openxmlformats.org/package/2006/relationships"></Relationships>
</file>

<file path=ppt/theme/_rels/theme8.xml.rels><?xml version="1.0" encoding="UTF-8" standalone="yes"?><Relationships xmlns="http://schemas.openxmlformats.org/package/2006/relationships"></Relationships>
</file>

<file path=ppt/theme/_rels/theme9.xml.rels><?xml version="1.0" encoding="UTF-8" standalone="yes"?><Relationships xmlns="http://schemas.openxmlformats.org/package/2006/relationships"></Relationships>
</file>

<file path=ppt/theme/_rels/theme10.xml.rels><?xml version="1.0" encoding="UTF-8" standalone="yes"?><Relationships xmlns="http://schemas.openxmlformats.org/package/2006/relationships"></Relationships>
</file>

<file path=ppt/theme/_rels/theme11.xml.rels><?xml version="1.0" encoding="UTF-8" standalone="yes"?><Relationships xmlns="http://schemas.openxmlformats.org/package/2006/relationships"></Relationships>
</file>

<file path=ppt/theme/_rels/theme1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3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4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5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6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7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8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9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10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1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</a:gradFill>
      </a:bgFillStyleLst>
    </a:fmtScheme>
  </a:themeElements>
  <a:objectDefaults/>
</a:theme>
</file>

<file path=ppt/theme/theme1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14</Slides>
  <Notes>14</Notes>
  <HiddenSlides>0</HiddenSlides>
  <MMClips>2</MMClips>
  <ScaleCrop>0</ScaleCrop>
  <HeadingPairs>
    <vt:vector size="4" baseType="variant">
      <vt:variant>
        <vt:lpstr>Theme</vt:lpstr>
      </vt:variant>
      <vt:variant>
        <vt:i4>11</vt:i4>
      </vt:variant>
      <vt:variant>
        <vt:lpstr>Slide Titles</vt:lpstr>
      </vt:variant>
      <vt:variant>
        <vt:i4>14</vt:i4>
      </vt:variant>
    </vt:vector>
  </HeadingPairs>
  <TitlesOfParts>
    <vt:vector size="25" baseType="lpstr">
      <vt:lpstr>Theme 1</vt:lpstr>
      <vt:lpstr>Theme 2</vt:lpstr>
      <vt:lpstr>Theme 3</vt:lpstr>
      <vt:lpstr>Theme 4</vt:lpstr>
      <vt:lpstr>Theme 5</vt:lpstr>
      <vt:lpstr>Theme 6</vt:lpstr>
      <vt:lpstr>Theme 7</vt:lpstr>
      <vt:lpstr>Theme 8</vt:lpstr>
      <vt:lpstr>Theme 9</vt:lpstr>
      <vt:lpstr>Theme 10</vt:lpstr>
      <vt:lpstr>Theme 11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dc:language>en-US</dc:language>
  <cp:lastModifiedBy/>
  <cp:revision>12</cp:revision>
  <dcterms:modified xsi:type="dcterms:W3CDTF">2026-03-27T21:13:42Z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Notes">
    <vt:i4>14</vt:i4>
  </property>
  <property fmtid="{D5CDD505-2E9C-101B-9397-08002B2CF9AE}" pid="4" name="PresentationFormat">
    <vt:lpwstr>On-screen Show (4:3)</vt:lpwstr>
  </property>
  <property fmtid="{D5CDD505-2E9C-101B-9397-08002B2CF9AE}" pid="5" name="Slides">
    <vt:i4>14</vt:i4>
  </property>
</Properties>
</file>