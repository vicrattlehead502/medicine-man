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77295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8202398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941734668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3749931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1773068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4257502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92434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8560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059130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6690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13297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5047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7C184F-6B15-2C2B-1685-99C705941D9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23689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389664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8744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D478D3-3B21-6817-CCC9-CB9B3836E05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8372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72447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7507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BAF583-884E-CFEF-8DE5-1203A4B4A7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17772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243796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5571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57B88A-9EE6-B226-87EE-FAE994B421A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3E5CA1D-C782-DD6A-E3E4-FADF595E63E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15471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41197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447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18262F-F903-3EEA-F653-29E78658ED5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4845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916117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13450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793C7AE-F512-5C8A-CC5D-6CE770C89D4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654414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010633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6869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A44C6F-85E4-F237-CE9A-E5F564F6B71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6690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916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1394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719823E-755F-288E-8034-47D20B4EC9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7992353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14386788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26860205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0591567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717765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750650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6836107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2186116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8323557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249862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0013000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916467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382236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0355507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439139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5844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1431544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7217608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1057269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9190421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4641706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2857592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725336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3123561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2459674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4243368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44463694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3667612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45043304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479203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1389582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5903714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29413922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082432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6766223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6139276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52208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62324772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7041172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5500354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0000048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847400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064559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5537136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37915598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4336095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213579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489442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53607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8687930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0591504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0442890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8264605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44094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3065277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5690618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8037199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401200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13"/>
          <a:tile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203030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9350715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7128408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968171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57672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9009700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340177" y="314324"/>
            <a:ext cx="9144000" cy="1867578"/>
          </a:xfrm>
        </p:spPr>
        <p:txBody>
          <a:bodyPr/>
          <a:lstStyle/>
          <a:p>
            <a:pPr>
              <a:defRPr/>
            </a:pPr>
            <a:r>
              <a:rPr lang="en-US" sz="9600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Medicine Man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919561071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5347606" y="2265815"/>
            <a:ext cx="4546178" cy="929140"/>
          </a:xfrm>
        </p:spPr>
        <p:txBody>
          <a:bodyPr/>
          <a:lstStyle/>
          <a:p>
            <a:pPr marL="0" marR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Отбор: </a:t>
            </a:r>
            <a:r>
              <a:rPr lang="en-US" sz="2800" b="1" i="0" u="none" strike="noStrike" cap="none" spc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Shte Vidim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3171562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721177" y="251505"/>
            <a:ext cx="5755821" cy="1381352"/>
          </a:xfrm>
        </p:spPr>
        <p:txBody>
          <a:bodyPr/>
          <a:lstStyle/>
          <a:p>
            <a:pPr>
              <a:defRPr/>
            </a:pPr>
            <a:r>
              <a:rPr lang="bg-BG" sz="4800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Нашият отбор: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335105683" name=""/>
          <p:cNvSpPr txBox="1"/>
          <p:nvPr/>
        </p:nvSpPr>
        <p:spPr bwMode="auto">
          <a:xfrm rot="0" flipH="0" flipV="0">
            <a:off x="953892" y="1510391"/>
            <a:ext cx="8848532" cy="246923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371994" indent="-371994">
              <a:buFont typeface="Arial"/>
              <a:buChar char="•"/>
              <a:defRPr/>
            </a:pP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Ивелина Кръстанова - капитан</a:t>
            </a:r>
            <a:r>
              <a:rPr lang="bg-BG" sz="2600">
                <a:solidFill>
                  <a:schemeClr val="bg1"/>
                </a:solidFill>
                <a:latin typeface="Ubuntu Sans"/>
                <a:cs typeface="Ubuntu Sans"/>
              </a:rPr>
              <a:t>, дизайн</a:t>
            </a:r>
            <a:r>
              <a:rPr lang="en-US" sz="2600">
                <a:solidFill>
                  <a:schemeClr val="bg1"/>
                </a:solidFill>
                <a:latin typeface="Ubuntu Sans"/>
                <a:cs typeface="Ubuntu Sans"/>
              </a:rPr>
              <a:t> </a:t>
            </a:r>
            <a:r>
              <a:rPr lang="bg-BG" sz="2600">
                <a:solidFill>
                  <a:schemeClr val="bg1"/>
                </a:solidFill>
                <a:latin typeface="Ubuntu Sans"/>
                <a:cs typeface="Ubuntu Sans"/>
              </a:rPr>
              <a:t>и </a:t>
            </a:r>
            <a:r>
              <a:rPr lang="en-US" sz="2600">
                <a:solidFill>
                  <a:schemeClr val="bg1"/>
                </a:solidFill>
                <a:latin typeface="Ubuntu Sans"/>
                <a:cs typeface="Ubuntu Sans"/>
              </a:rPr>
              <a:t>GitHub</a:t>
            </a:r>
            <a:endParaRPr sz="26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371994" indent="-371994">
              <a:buFont typeface="Arial"/>
              <a:buChar char="•"/>
              <a:defRPr/>
            </a:pP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Алексей Стойновски - събиране на информация</a:t>
            </a:r>
            <a:r>
              <a:rPr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,</a:t>
            </a:r>
            <a:r>
              <a:rPr lang="en-US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 </a:t>
            </a: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обединение на елементите</a:t>
            </a:r>
            <a:endParaRPr lang="bg-BG" sz="26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371994" indent="-371994">
              <a:buFont typeface="Arial"/>
              <a:buChar char="•"/>
              <a:defRPr/>
            </a:pP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Виктор Ванчов - </a:t>
            </a:r>
            <a:r>
              <a:rPr lang="en-US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arduino</a:t>
            </a:r>
            <a:endParaRPr sz="26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371994" indent="-371994">
              <a:buFont typeface="Arial"/>
              <a:buChar char="•"/>
              <a:defRPr/>
            </a:pP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Александър Симеонов</a:t>
            </a:r>
            <a:r>
              <a:rPr lang="en-US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 - </a:t>
            </a: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правене на сайт</a:t>
            </a:r>
            <a:endParaRPr sz="26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371994" indent="-371994">
              <a:buFont typeface="Arial"/>
              <a:buChar char="•"/>
              <a:defRPr/>
            </a:pP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Илиян Сахатчиев</a:t>
            </a:r>
            <a:r>
              <a:rPr lang="en-US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 - backend, Arduino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260303035" name=""/>
          <p:cNvSpPr txBox="1"/>
          <p:nvPr/>
        </p:nvSpPr>
        <p:spPr bwMode="auto">
          <a:xfrm rot="0" flipH="0" flipV="0">
            <a:off x="749784" y="4205057"/>
            <a:ext cx="702135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 sz="3600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Ментор: </a:t>
            </a:r>
            <a:r>
              <a:rPr lang="bg-BG" sz="36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Никола Кръстанов</a:t>
            </a:r>
            <a:endParaRPr b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3829767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721176" y="251504"/>
            <a:ext cx="6886608" cy="1381351"/>
          </a:xfrm>
        </p:spPr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cs typeface="Ubuntu Sans"/>
              </a:rPr>
              <a:t>Идеята – от къде и защо?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411591719" name=""/>
          <p:cNvSpPr txBox="1"/>
          <p:nvPr/>
        </p:nvSpPr>
        <p:spPr bwMode="auto">
          <a:xfrm rot="0" flipH="0" flipV="0">
            <a:off x="559284" y="1690005"/>
            <a:ext cx="7358764" cy="21949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 sz="2000">
                <a:solidFill>
                  <a:schemeClr val="bg1"/>
                </a:solidFill>
              </a:rPr>
              <a:t>Проблемите на хората с деменция:</a:t>
            </a:r>
            <a:endParaRPr sz="2000">
              <a:solidFill>
                <a:schemeClr val="bg1"/>
              </a:solidFill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lang="bg-BG" sz="2000">
                <a:solidFill>
                  <a:schemeClr val="bg1"/>
                </a:solidFill>
              </a:rPr>
              <a:t>забравят</a:t>
            </a:r>
            <a:endParaRPr lang="bg-BG" sz="2000">
              <a:solidFill>
                <a:schemeClr val="bg1"/>
              </a:solidFill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lang="bg-BG" sz="2000">
                <a:solidFill>
                  <a:schemeClr val="bg1"/>
                </a:solidFill>
              </a:rPr>
              <a:t>не искат да си вземат лекарствата</a:t>
            </a:r>
            <a:endParaRPr sz="2000">
              <a:solidFill>
                <a:schemeClr val="bg1"/>
              </a:solidFill>
            </a:endParaRPr>
          </a:p>
          <a:p>
            <a:pPr marL="683929" lvl="1" indent="-283879">
              <a:buFont typeface="Arial"/>
              <a:buChar char="–"/>
              <a:defRPr/>
            </a:pPr>
            <a:r>
              <a:rPr lang="bg-BG" sz="2000">
                <a:solidFill>
                  <a:schemeClr val="bg1"/>
                </a:solidFill>
              </a:rPr>
              <a:t>с музиката се целим подсъзнателно да им въздействаме</a:t>
            </a:r>
            <a:endParaRPr sz="2000">
              <a:solidFill>
                <a:schemeClr val="bg1"/>
              </a:solidFill>
            </a:endParaRPr>
          </a:p>
          <a:p>
            <a:pPr marL="283879" lvl="0" indent="-283879">
              <a:buFont typeface="Arial"/>
              <a:buChar char="•"/>
              <a:defRPr/>
            </a:pPr>
            <a:r>
              <a:rPr lang="bg-BG" sz="2000">
                <a:solidFill>
                  <a:schemeClr val="bg1"/>
                </a:solidFill>
              </a:rPr>
              <a:t>вземат грешните лекарства</a:t>
            </a:r>
            <a:endParaRPr lang="bg-BG">
              <a:solidFill>
                <a:schemeClr val="bg1"/>
              </a:solidFill>
            </a:endParaRPr>
          </a:p>
          <a:p>
            <a:pPr lvl="0">
              <a:defRPr/>
            </a:pPr>
            <a:endParaRPr lang="bg-BG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50865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Технологии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21378152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95323" y="1644649"/>
            <a:ext cx="9754574" cy="4351338"/>
          </a:xfrm>
        </p:spPr>
        <p:txBody>
          <a:bodyPr/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GitHub</a:t>
            </a:r>
            <a:endParaRPr lang="bg-BG">
              <a:solidFill>
                <a:schemeClr val="bg1"/>
              </a:solidFill>
            </a:endParaRPr>
          </a:p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Krita – </a:t>
            </a:r>
            <a:r>
              <a:rPr lang="bg-BG">
                <a:solidFill>
                  <a:schemeClr val="bg1"/>
                </a:solidFill>
              </a:rPr>
              <a:t>за дизайн на фонове и лого</a:t>
            </a:r>
            <a:endParaRPr lang="bg-BG">
              <a:solidFill>
                <a:schemeClr val="bg1"/>
              </a:solidFill>
            </a:endParaRPr>
          </a:p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Ibis Paint X – </a:t>
            </a:r>
            <a:r>
              <a:rPr lang="bg-BG">
                <a:solidFill>
                  <a:schemeClr val="bg1"/>
                </a:solidFill>
              </a:rPr>
              <a:t>за скициране на сайта</a:t>
            </a:r>
            <a:endParaRPr lang="bg-BG">
              <a:solidFill>
                <a:schemeClr val="bg1"/>
              </a:solidFill>
            </a:endParaRPr>
          </a:p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Arduino </a:t>
            </a:r>
            <a:r>
              <a:rPr lang="bg-BG">
                <a:solidFill>
                  <a:schemeClr val="bg1"/>
                </a:solidFill>
              </a:rPr>
              <a:t>платки </a:t>
            </a:r>
            <a:r>
              <a:rPr lang="bg-BG">
                <a:solidFill>
                  <a:schemeClr val="bg1"/>
                </a:solidFill>
              </a:rPr>
              <a:t>и </a:t>
            </a:r>
            <a:r>
              <a:rPr lang="en-US">
                <a:solidFill>
                  <a:schemeClr val="bg1"/>
                </a:solidFill>
              </a:rPr>
              <a:t>IDE</a:t>
            </a:r>
            <a:r>
              <a:rPr lang="bg-BG">
                <a:solidFill>
                  <a:schemeClr val="bg1"/>
                </a:solidFill>
              </a:rPr>
              <a:t> – з</a:t>
            </a:r>
            <a:r>
              <a:rPr lang="bg-BG">
                <a:solidFill>
                  <a:schemeClr val="bg1"/>
                </a:solidFill>
              </a:rPr>
              <a:t>а програмиране на функционираща кутия</a:t>
            </a:r>
            <a:endParaRPr lang="bg-BG">
              <a:solidFill>
                <a:schemeClr val="bg1"/>
              </a:solidFill>
            </a:endParaRPr>
          </a:p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Cursor ai – </a:t>
            </a:r>
            <a:r>
              <a:rPr lang="bg-BG">
                <a:solidFill>
                  <a:schemeClr val="bg1"/>
                </a:solidFill>
              </a:rPr>
              <a:t>помощ за кодовете за кутията и сайта </a:t>
            </a:r>
            <a:endParaRPr lang="bg-BG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838322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Актуализация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98944302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4"/>
            <a:ext cx="9392625" cy="4351338"/>
          </a:xfrm>
        </p:spPr>
        <p:txBody>
          <a:bodyPr/>
          <a:lstStyle/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Успяхме да направим прототип на кутията, които има </a:t>
            </a: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нагласящи се периоди на взимане</a:t>
            </a:r>
            <a:r>
              <a:rPr lang="bg-BG">
                <a:solidFill>
                  <a:schemeClr val="bg1"/>
                </a:solidFill>
                <a:latin typeface="Ubuntu Sans"/>
                <a:cs typeface="Ubuntu Sans"/>
              </a:rPr>
              <a:t> и показва кое лекарство трябва да се вземе.</a:t>
            </a:r>
            <a:endParaRPr lang="bg-BG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>
              <a:defRPr/>
            </a:pPr>
            <a:r>
              <a:rPr lang="bg-BG" sz="2800" b="0" i="0" u="none" strike="noStrike" cap="none" spc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Направихме</a:t>
            </a:r>
            <a:r>
              <a:rPr lang="bg-BG">
                <a:solidFill>
                  <a:schemeClr val="bg1"/>
                </a:solidFill>
                <a:latin typeface="Ubuntu Sans"/>
                <a:cs typeface="Ubuntu Sans"/>
              </a:rPr>
              <a:t> и сайт, който да се свърже с кутията и да нагласи</a:t>
            </a:r>
            <a:r>
              <a:rPr lang="bg-BG">
                <a:solidFill>
                  <a:schemeClr val="bg1"/>
                </a:solidFill>
                <a:latin typeface="Ubuntu Sans"/>
                <a:cs typeface="Ubuntu Sans"/>
              </a:rPr>
              <a:t> всички специфики.</a:t>
            </a:r>
            <a:endParaRPr lang="bg-BG">
              <a:solidFill>
                <a:schemeClr val="bg1"/>
              </a:solidFill>
              <a:latin typeface="Ubuntu Sans"/>
              <a:cs typeface="Ubuntu Sans"/>
            </a:endParaRPr>
          </a:p>
          <a:p>
            <a:pPr marL="0" indent="0">
              <a:buFont typeface="Arial"/>
              <a:buNone/>
              <a:defRPr/>
            </a:pPr>
            <a:endParaRPr lang="bg-BG">
              <a:solidFill>
                <a:schemeClr val="bg1"/>
              </a:solidFill>
              <a:latin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891366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Medicine Man </a:t>
            </a: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в бъдещето: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424981808" name=""/>
          <p:cNvSpPr txBox="1"/>
          <p:nvPr/>
        </p:nvSpPr>
        <p:spPr bwMode="auto">
          <a:xfrm rot="0" flipH="0" flipV="0">
            <a:off x="905849" y="1895474"/>
            <a:ext cx="1043939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762076445" name=""/>
          <p:cNvSpPr txBox="1"/>
          <p:nvPr/>
        </p:nvSpPr>
        <p:spPr bwMode="auto">
          <a:xfrm rot="0" flipH="0" flipV="0">
            <a:off x="1220174" y="1790699"/>
            <a:ext cx="7428959" cy="22863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>
              <a:buFont typeface="Arial"/>
              <a:buChar char="–"/>
              <a:defRPr/>
            </a:pPr>
            <a:r>
              <a:rPr lang="bg-BG">
                <a:solidFill>
                  <a:schemeClr val="bg1"/>
                </a:solidFill>
              </a:rPr>
              <a:t>да избереш модел на кутията (и колко раздела има в нея)</a:t>
            </a:r>
            <a:endParaRPr lang="bg-BG">
              <a:solidFill>
                <a:schemeClr val="bg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endParaRPr>
              <a:solidFill>
                <a:schemeClr val="bg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>
                <a:solidFill>
                  <a:schemeClr val="bg1"/>
                </a:solidFill>
              </a:rPr>
              <a:t>при 5 минути без изключване на алармата се звъни на извънреден контакт</a:t>
            </a:r>
            <a:endParaRPr lang="bg-BG">
              <a:solidFill>
                <a:schemeClr val="bg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endParaRPr>
              <a:solidFill>
                <a:schemeClr val="bg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>
                <a:solidFill>
                  <a:schemeClr val="bg1"/>
                </a:solidFill>
              </a:rPr>
              <a:t>да може да се избира всякаква песен за алармата </a:t>
            </a:r>
            <a:endParaRPr lang="bg-BG">
              <a:solidFill>
                <a:schemeClr val="bg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endParaRPr>
              <a:solidFill>
                <a:schemeClr val="bg1"/>
              </a:solidFill>
            </a:endParaRPr>
          </a:p>
          <a:p>
            <a:pPr>
              <a:defRPr/>
            </a:pP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2977861" name=""/>
          <p:cNvSpPr txBox="1"/>
          <p:nvPr/>
        </p:nvSpPr>
        <p:spPr bwMode="auto">
          <a:xfrm rot="0" flipH="0" flipV="0">
            <a:off x="2239349" y="2074905"/>
            <a:ext cx="7420694" cy="11890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 sz="7200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Демонстрация</a:t>
            </a:r>
            <a:endParaRPr sz="7200"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99881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Нашето преживяване</a:t>
            </a:r>
            <a:endParaRPr/>
          </a:p>
        </p:txBody>
      </p:sp>
      <p:sp>
        <p:nvSpPr>
          <p:cNvPr id="1663682892" name=""/>
          <p:cNvSpPr txBox="1"/>
          <p:nvPr/>
        </p:nvSpPr>
        <p:spPr bwMode="auto">
          <a:xfrm rot="0" flipH="0" flipV="0">
            <a:off x="477223" y="1876423"/>
            <a:ext cx="7659988" cy="20120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>
              <a:buFont typeface="Arial"/>
              <a:buChar char="–"/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За нас беше едно много </a:t>
            </a:r>
            <a:r>
              <a:rPr lang="en-US" b="1" i="1" u="sn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BIZZARE</a:t>
            </a:r>
            <a:r>
              <a:rPr lang="en-US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 </a:t>
            </a: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преживяване</a:t>
            </a:r>
            <a:endParaRPr lang="bg-BG" b="1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Истински </a:t>
            </a:r>
            <a:r>
              <a:rPr lang="en-US" b="1" i="1" u="sn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ADVENTURE</a:t>
            </a:r>
            <a:r>
              <a:rPr lang="en-US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 </a:t>
            </a: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в сфери, в които никога не сме работили</a:t>
            </a:r>
            <a:endParaRPr lang="bg-BG" b="1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Половината се разболяхме</a:t>
            </a:r>
            <a:endParaRPr lang="bg-BG" b="1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Менторът ни идваше с части само след 14 часа </a:t>
            </a:r>
            <a:endParaRPr lang="bg-BG" b="1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Много се забавлявахме и смятаме да участваме всяка година до края на обучението ни в ТУЕС</a:t>
            </a:r>
            <a:endParaRPr lang="bg-BG" b="1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8" indent="-283878">
              <a:buFont typeface="Arial"/>
              <a:buChar char="–"/>
              <a:defRPr/>
            </a:pPr>
            <a:endParaRPr lang="bg-BG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22953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Какво научихме</a:t>
            </a:r>
            <a:endParaRPr b="1">
              <a:solidFill>
                <a:schemeClr val="bg1"/>
              </a:solidFill>
            </a:endParaRPr>
          </a:p>
        </p:txBody>
      </p:sp>
      <p:sp>
        <p:nvSpPr>
          <p:cNvPr id="1140844459" name=""/>
          <p:cNvSpPr txBox="1"/>
          <p:nvPr/>
        </p:nvSpPr>
        <p:spPr bwMode="auto">
          <a:xfrm rot="0" flipH="0" flipV="0">
            <a:off x="724873" y="1952623"/>
            <a:ext cx="9512683" cy="15548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>
              <a:buFont typeface="Arial"/>
              <a:buChar char="–"/>
              <a:defRPr/>
            </a:pPr>
            <a:r>
              <a:rPr lang="bg-BG" sz="24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работа с </a:t>
            </a:r>
            <a:r>
              <a:rPr lang="en-US" sz="24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Arduino</a:t>
            </a:r>
            <a:endParaRPr sz="24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en-US" sz="24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HTML и</a:t>
            </a:r>
            <a:r>
              <a:rPr lang="bg-BG" sz="24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 създаване на сайт</a:t>
            </a:r>
            <a:endParaRPr sz="24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4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как да използваме изкуствен интелект ефективно</a:t>
            </a:r>
            <a:endParaRPr sz="24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4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работа в екип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0955073" name=""/>
          <p:cNvSpPr txBox="1"/>
          <p:nvPr/>
        </p:nvSpPr>
        <p:spPr bwMode="auto">
          <a:xfrm rot="0" flipH="0" flipV="0">
            <a:off x="810599" y="1238249"/>
            <a:ext cx="9841679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 sz="4800">
                <a:solidFill>
                  <a:schemeClr val="bg1"/>
                </a:solidFill>
              </a:rPr>
              <a:t>Благодарим Ви за вниманието!</a:t>
            </a:r>
            <a:endParaRPr sz="4800">
              <a:solidFill>
                <a:schemeClr val="bg1"/>
              </a:solidFill>
            </a:endParaRPr>
          </a:p>
        </p:txBody>
      </p:sp>
      <p:pic>
        <p:nvPicPr>
          <p:cNvPr id="141034180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990157" y="2304293"/>
            <a:ext cx="3482564" cy="283385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</cp:revision>
  <dcterms:modified xsi:type="dcterms:W3CDTF">2026-03-27T10:03:32Z</dcterms:modified>
</cp:coreProperties>
</file>